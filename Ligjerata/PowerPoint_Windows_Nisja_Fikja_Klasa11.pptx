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662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Windows logo image (Wikimedia Commons): https://commons.wikimedia.org/wiki/File:Windows_logo_-_2012.svg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Microsoft Support: Start &gt; Power &gt; Shut down (Windows 11/10): https://support.microsoft.com/en-us/windows/shut-down-turn-off-your-pc-893fd089-c851-71c7-af3e-63e159681b21
- Power icon image (Wikimedia Commons): https://commons.wikimedia.org/wiki/File:Simpleicons_Interface_power-button-symbol.svg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Windows logo image (Wikimedia Commons): https://commons.wikimedia.org/wiki/File:Windows_logo_-_2012.svg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Lëshimi në punë dhe ndërprerja e punës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së Windows-it në mënyrë të rregullt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025" y="12801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Lënda: Sistemet operative | Klasa: 11 | Niveli: 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7210" y="1819656"/>
            <a:ext cx="7315200" cy="201168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2085" y="2292556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Shkolla: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 “Selajdin Mullaabazi - MICI”
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Lëmi: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Elektroteknikë
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Informatikë
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Mësimdhënësi: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Bach. Tech. Taxhidin Kadiri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38160" y="1728216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/mnt/data/windo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502" y="1849676"/>
            <a:ext cx="1874520" cy="1874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675120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Sistemet operative | Tema: Nisja &amp; fikja e rregullt e Windows-it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Hyrje e shkurtër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155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 kjo temë është e rëndësishme?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Nisja (boot) dhe fikja e rregullt ruajnë stabilitetin e sistemit operativ.</a:t>
            </a:r>
            <a:endParaRPr lang="en-US" sz="18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Parandalojnë humbjen e të dhënave dhe gabimet në fajla.</a:t>
            </a:r>
            <a:endParaRPr lang="en-US" sz="18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Ndihmojnë që përditësimet dhe proceset e sistemit të përfundojnë si duhet.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Objektivat e orës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25196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shpjegojmë çfarë nënkupton “lëshimi në punë” i Windows-it.</a:t>
            </a:r>
            <a:endParaRPr lang="en-US" sz="18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listojmë hapat e nisjes së rregullt.</a:t>
            </a:r>
            <a:endParaRPr lang="en-US" sz="18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praktikojmë fikjen e rregullt (Shut down) dhe Restart kur nevojitet.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675120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Hyrje | Fokus: përdorim i sigurt dhe profesional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Çfarë është lëshimi në punë i Windows-it?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155680" cy="182880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“Lëshimi në punë” (boot) është procesi nga ndezja e pajisjes deri sa Windows-i të jetë gati për përdorim (ekrani i hyrjes / desktopi).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3291840"/>
            <a:ext cx="193852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456432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Ndezja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25496" y="3291840"/>
            <a:ext cx="193852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71216" y="3456432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Kontrolli fillestar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73752" y="3291840"/>
            <a:ext cx="193852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3456432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Ngarkimi i Windows-it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22008" y="3291840"/>
            <a:ext cx="193852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67728" y="3456432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Hyrja (Sign-in)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70264" y="3291840"/>
            <a:ext cx="193852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15984" y="3456432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gati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675120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process | nga ndezja deri në desktop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Hapat e lëshimit në punë të Windows-it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623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527048"/>
            <a:ext cx="164592" cy="164592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4356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1) Ndez pajisjen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Shtyp butonin Power</a:t>
            </a:r>
            <a:endParaRPr lang="en-US" sz="1400" dirty="0"/>
          </a:p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Kontrollo energjinë/karikimin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234440"/>
            <a:ext cx="5623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11112" y="1527048"/>
            <a:ext cx="164592" cy="164592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14356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2) Prit nisjen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180136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e ndërpre procesin</a:t>
            </a:r>
            <a:endParaRPr lang="en-US" sz="1400" dirty="0"/>
          </a:p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 ekranin e hyrjes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56235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2715768"/>
            <a:ext cx="164592" cy="164592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26243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3) Hyr në llogari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299008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Shkruaj fjalëkalimin (nëse ka)</a:t>
            </a:r>
            <a:endParaRPr lang="en-US" sz="1400" dirty="0"/>
          </a:p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Zgjidh përdoruesin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55080" y="2423160"/>
            <a:ext cx="56235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11112" y="2715768"/>
            <a:ext cx="164592" cy="164592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26243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4) Kontrollo sistemin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23760" y="299008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Data/ora, rrjeti, pajisjet</a:t>
            </a:r>
            <a:endParaRPr lang="en-US" sz="1400" dirty="0"/>
          </a:p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Ikonat dhe shiritin e detyrave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56235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3904488"/>
            <a:ext cx="164592" cy="164592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38130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5) Nis punën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17880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 programet e nevojshme</a:t>
            </a:r>
            <a:endParaRPr lang="en-US" sz="1400" dirty="0"/>
          </a:p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hap shumë programe pa nevojë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11155680" cy="68580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9893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Këshillë: Nëse sistemi po bën përditësime gjatë nisjes, prit deri sa të përfundojë.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675120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Hapat e nisjes | praktikë e mirë e përdorimit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Ndërprerja e rregullt e punës së Windows-it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6583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Procedura e rekomanduar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6217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Ruaj dokumentet dhe punën e hapur.</a:t>
            </a:r>
            <a:endParaRPr lang="en-US" sz="20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Mbyll programet aktive.</a:t>
            </a:r>
            <a:endParaRPr lang="en-US" sz="20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 →  Power  →  Shut down.</a:t>
            </a:r>
            <a:endParaRPr lang="en-US" sz="20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 derisa pajisja të fiket plotësisht.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4892040"/>
            <a:ext cx="5852160" cy="114300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50749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 përdoret Restart?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537667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instalimeve / përditësimeve ose kur sistemi ka nevojë për rinisje.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60920" y="1143000"/>
            <a:ext cx="4343400" cy="512064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11" name="Image 0" descr="/mnt/data/power_butt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508760"/>
            <a:ext cx="2331720" cy="23317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543800" y="38862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→ Power → Shut down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635240" y="434340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Fikje e rregullt = mbyllje e sigurt e programeve dhe e sistemit.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675120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Ndërprerja e punës | Shut down dhe Restart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 është e rëndësishme fikja e rregullt?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623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527048"/>
            <a:ext cx="164592" cy="164592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4356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Siguria e të dhënave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526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Mbron fajlat nga dëmtimi</a:t>
            </a:r>
            <a:endParaRPr lang="en-US" sz="1400" dirty="0"/>
          </a:p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 rrezikun e humbjes së punës së paruajtur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234440"/>
            <a:ext cx="5623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11112" y="1527048"/>
            <a:ext cx="164592" cy="164592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14356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Stabiliteti i sistemit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1801368"/>
            <a:ext cx="4526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Mbyll proceset në rendin e duhur</a:t>
            </a:r>
            <a:endParaRPr lang="en-US" sz="1400" dirty="0"/>
          </a:p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Redukton gabimet dhe ngadalësimet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623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3995928"/>
            <a:ext cx="164592" cy="164592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39044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Përditësime të suksesshme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270248"/>
            <a:ext cx="4526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Lejon përfundimin e update-ve</a:t>
            </a:r>
            <a:endParaRPr lang="en-US" sz="1400" dirty="0"/>
          </a:p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Rinisje e pastër kur kërkohet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55080" y="3703320"/>
            <a:ext cx="5623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11112" y="3995928"/>
            <a:ext cx="164592" cy="164592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39044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Kujdes për pajisjet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23760" y="4270248"/>
            <a:ext cx="4526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Mbrojtje më e mirë e disk-ut</a:t>
            </a:r>
            <a:endParaRPr lang="en-US" sz="1400" dirty="0"/>
          </a:p>
          <a:p>
            <a:pPr marL="195580" indent="-19558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Zgjat jetëgjatësinë e pajisjes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675120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Rëndësia | të dhëna të sigurta, sistem i qëndrueshëm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Gabimet që duhen shmangur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1556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00200"/>
            <a:ext cx="7863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7340" indent="-30734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Fikja me butonin fizik (pa arsye të domosdoshme).</a:t>
            </a:r>
            <a:endParaRPr lang="en-US" sz="2200" dirty="0"/>
          </a:p>
          <a:p>
            <a:pPr marL="307340" indent="-30734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Heqja nga rryma gjatë punës.</a:t>
            </a:r>
            <a:endParaRPr lang="en-US" sz="2200" dirty="0"/>
          </a:p>
          <a:p>
            <a:pPr marL="307340" indent="-30734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Mbyllja pa ruajtur dokumentet.</a:t>
            </a:r>
            <a:endParaRPr lang="en-US" sz="2200" dirty="0"/>
          </a:p>
          <a:p>
            <a:pPr marL="307340" indent="-30734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Ndërprerja e procesit të fikjes (p.sh. “force off”).</a:t>
            </a:r>
            <a:endParaRPr lang="en-US" sz="2200" dirty="0"/>
          </a:p>
          <a:p>
            <a:pPr marL="307340" indent="-307340">
              <a:lnSpc>
                <a:spcPct val="11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Hapja e shumë programeve menjëherë pas nisjes pa nevojë.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006840" y="1417320"/>
            <a:ext cx="2514600" cy="50292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06840" y="151790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4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Kujdes!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675120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Gabimet | shmang dëmtimet dhe humbjen e të dhënave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Pikat kryesore për t’u mbajtur mend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155680" cy="512064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10424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35280" indent="-33528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Nisja (boot) fillon me ndezjen dhe përfundon kur desktopi është gati.</a:t>
            </a:r>
            <a:endParaRPr lang="en-US" sz="2400" dirty="0"/>
          </a:p>
          <a:p>
            <a:pPr marL="335280" indent="-33528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fikjes: ruaj punën dhe mbyll programet.</a:t>
            </a:r>
            <a:endParaRPr lang="en-US" sz="2400" dirty="0"/>
          </a:p>
          <a:p>
            <a:pPr marL="335280" indent="-33528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 Shut down për fikje të rregullt.</a:t>
            </a:r>
            <a:endParaRPr lang="en-US" sz="2400" dirty="0"/>
          </a:p>
          <a:p>
            <a:pPr marL="335280" indent="-33528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 Restart kur kërkohet rinisje (p.sh. pas update-ve).</a:t>
            </a:r>
            <a:endParaRPr lang="en-US" sz="2400" dirty="0"/>
          </a:p>
          <a:p>
            <a:pPr marL="335280" indent="-33528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Fikja e rregullt mbron të dhënat dhe stabilitetin e sistemit.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75120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Përmbledhje | 5 mesazhe kryesore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Përfundimi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55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783080"/>
            <a:ext cx="10058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Nisja dhe fikja e rregullt janë pjesë e përdorimit profesional të kompjuterit.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Zbatimi i hapave të duhur: 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rrit sigurinë e të dhënave,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mban sistemin stabil,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dhe parandalon probleme të panevojshme.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75120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Përfundim | praktikë e mirë = përdorim i sigurt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Pyetje për nxënësit / diskutim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155680" cy="44805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10424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63220" indent="-363220">
              <a:lnSpc>
                <a:spcPct val="110000"/>
              </a:lnSpc>
              <a:buSzPct val="100000"/>
              <a:buChar char="•"/>
            </a:pPr>
            <a:r>
              <a:rPr lang="en-US" sz="2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 është ndryshimi mes Shut down dhe Restart?</a:t>
            </a:r>
            <a:endParaRPr lang="en-US" sz="2600" dirty="0"/>
          </a:p>
          <a:p>
            <a:pPr marL="363220" indent="-363220">
              <a:lnSpc>
                <a:spcPct val="110000"/>
              </a:lnSpc>
              <a:buSzPct val="100000"/>
              <a:buChar char="•"/>
            </a:pPr>
            <a:r>
              <a:rPr lang="en-US" sz="2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nuk rekomandohet fikja e kompjuterit duke e hequr nga rryma?</a:t>
            </a:r>
            <a:endParaRPr lang="en-US" sz="2600" dirty="0"/>
          </a:p>
          <a:p>
            <a:pPr marL="363220" indent="-363220">
              <a:lnSpc>
                <a:spcPct val="110000"/>
              </a:lnSpc>
              <a:buSzPct val="100000"/>
              <a:buChar char="•"/>
            </a:pPr>
            <a:r>
              <a:rPr lang="en-US" sz="2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duhet bërë para se ta fikim kompjuterin?</a:t>
            </a:r>
            <a:endParaRPr lang="en-US" sz="2600" dirty="0"/>
          </a:p>
          <a:p>
            <a:pPr marL="363220" indent="-363220">
              <a:lnSpc>
                <a:spcPct val="110000"/>
              </a:lnSpc>
              <a:buSzPct val="100000"/>
              <a:buChar char="•"/>
            </a:pPr>
            <a:r>
              <a:rPr lang="en-US" sz="2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 një shembull kur Restart është i nevojshëm.</a:t>
            </a:r>
            <a:endParaRPr lang="en-US" sz="2600" dirty="0"/>
          </a:p>
        </p:txBody>
      </p:sp>
      <p:pic>
        <p:nvPicPr>
          <p:cNvPr id="6" name="Image 0" descr="/mnt/data/windo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5989320"/>
            <a:ext cx="54864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675120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Diskutim | Sistemet operative (Klasa 11)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842</Words>
  <Application>Microsoft Office PowerPoint</Application>
  <PresentationFormat>Widescreen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Taxhidin Kadiri</cp:lastModifiedBy>
  <cp:revision>2</cp:revision>
  <dcterms:created xsi:type="dcterms:W3CDTF">2026-04-16T00:34:48Z</dcterms:created>
  <dcterms:modified xsi:type="dcterms:W3CDTF">2026-04-15T22:58:17Z</dcterms:modified>
</cp:coreProperties>
</file>