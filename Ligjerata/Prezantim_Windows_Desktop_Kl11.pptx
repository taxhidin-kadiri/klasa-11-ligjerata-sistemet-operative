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723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Ligjërata e ngarkuar nga përdoruesi: Ligjerate_Windows_Desktop_Kl11.docx / 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Ligjërata e ngarkuar nga përdoruesi: Ligjerate_Windows_Desktop_Kl11.docx / 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Ligjërata e ngarkuar nga përdoruesi: Ligjerate_Windows_Desktop_Kl11.docx / 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Ligjërata e ngarkuar nga përdoruesi: Ligjerate_Windows_Desktop_Kl11.docx / .pdf
- Microsoft Support (bazat e Windows/desktop): https://support.microsoft.com/en-us/meetwindows11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Ligjërata e ngarkuar nga përdoruesi: Ligjerate_Windows_Desktop_Kl11.docx / .pdf
- Microsoft Support (desktop components overview): https://support.microsoft.com/en-us/meetwindows11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Ligjërata e ngarkuar nga përdoruesi: Ligjerate_Windows_Desktop_Kl11.docx / 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Ligjërata e ngarkuar nga përdoruesi: Ligjerate_Windows_Desktop_Kl11.docx / .pdf
- Microsoft Support (desktop components / Start &amp; taskbar): https://support.microsoft.com/en-us/meetwindows11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Ligjërata e ngarkuar nga përdoruesi: Ligjerate_Windows_Desktop_Kl11.docx / .pdf
- Microsoft Support (File Explorer): https://support.microsoft.com/en-us/windows/file-explorer-in-windows-ef370130-1cca-9dc5-e0df-2f7416fe1cb1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Ligjërata e ngarkuar nga përdoruesi: Ligjerate_Windows_Desktop_Kl11.docx / .pdf
- Microsoft Support (Recycle Bin): https://support.microsoft.com/en-us/windows/find-the-recycle-bin-in-windows-885cf298-0f98-a548-9427-a1248fce4315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Ligjërata e ngarkuar nga përdoruesi: Ligjerate_Windows_Desktop_Kl11.docx / 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Ligjërata e ngarkuar nga përdoruesi: Ligjerate_Windows_Desktop_Kl11.docx / 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1280160"/>
            <a:ext cx="10637215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48132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5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PREZANTIM MËSIMOR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74520"/>
            <a:ext cx="99971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2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 operativ Windows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2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Përshkrimi i hapësirës punuese – desktopit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77240" y="3794760"/>
            <a:ext cx="10637215" cy="2286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977640"/>
            <a:ext cx="99971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Shkolla e Mesme Profesionale “Selajdin Mullaabazi - MICI”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42976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Lëmi: Elektroteknikë  |  Profili: Informatikë  |  Niveli: I  |  Klasa: 11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46177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Lënda: Sistemet operative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89204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Mësimdhënësi: Prof. Bach. Tech. Taxhidin Kadiri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516636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26.3.2026  |  Kohëzgjatja: 2 orë (90 min)</a:t>
            </a:r>
            <a:endParaRPr lang="en-US" sz="1400" dirty="0"/>
          </a:p>
        </p:txBody>
      </p:sp>
      <p:pic>
        <p:nvPicPr>
          <p:cNvPr id="12" name="Image 0" descr="/mnt/data/windows_lecture_assets/figure_desktop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977640"/>
            <a:ext cx="329184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3F7A"/>
          </a:solidFill>
          <a:ln w="12700">
            <a:solidFill>
              <a:srgbClr val="123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"/>
            <a:ext cx="110029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Objektivat mësimore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173736"/>
            <a:ext cx="109728" cy="109728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" y="173736"/>
            <a:ext cx="109728" cy="109728"/>
          </a:xfrm>
          <a:prstGeom prst="rect">
            <a:avLst/>
          </a:prstGeom>
          <a:solidFill>
            <a:srgbClr val="2F7EEA"/>
          </a:solidFill>
          <a:ln w="12700">
            <a:solidFill>
              <a:srgbClr val="2F7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338328"/>
            <a:ext cx="109728" cy="109728"/>
          </a:xfrm>
          <a:prstGeom prst="rect">
            <a:avLst/>
          </a:prstGeom>
          <a:solidFill>
            <a:srgbClr val="2F7EEA"/>
          </a:solidFill>
          <a:ln w="12700">
            <a:solidFill>
              <a:srgbClr val="2F7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338328"/>
            <a:ext cx="109728" cy="109728"/>
          </a:xfrm>
          <a:prstGeom prst="rect">
            <a:avLst/>
          </a:prstGeom>
          <a:solidFill>
            <a:srgbClr val="1F66C7"/>
          </a:solidFill>
          <a:ln w="12700">
            <a:solidFill>
              <a:srgbClr val="1F66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5440680" cy="51663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234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5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Objektivat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1691640"/>
            <a:ext cx="49377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shpjegojë çfarë është sistemi operativ Windows.</a:t>
            </a:r>
            <a:endParaRPr lang="en-US" sz="1800" dirty="0"/>
          </a:p>
          <a:p>
            <a:pPr marL="251460" indent="-25146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përshkruajë rolin e Windows në përdorimin e kompjuterit.</a:t>
            </a:r>
            <a:endParaRPr lang="en-US" sz="1800" dirty="0"/>
          </a:p>
          <a:p>
            <a:pPr marL="251460" indent="-25146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identifikojë elementet kryesore të desktopit.</a:t>
            </a:r>
            <a:endParaRPr lang="en-US" sz="1800" dirty="0"/>
          </a:p>
          <a:p>
            <a:pPr marL="251460" indent="-25146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lidhë teorinë me veprime të thjeshta praktike.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63640" y="1097280"/>
            <a:ext cx="5257800" cy="51663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234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5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Përfundimi i pritshëm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37960" y="1691640"/>
            <a:ext cx="47548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Nxënësi emërton pjesët kryesore të desktopit.</a:t>
            </a:r>
            <a:endParaRPr lang="en-US" sz="1800" dirty="0"/>
          </a:p>
          <a:p>
            <a:pPr marL="251460" indent="-25146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 Start Menu dhe dallon funksionin e taskbar-it.</a:t>
            </a:r>
            <a:endParaRPr lang="en-US" sz="1800" dirty="0"/>
          </a:p>
          <a:p>
            <a:pPr marL="251460" indent="-25146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Kupton rolin e ikonave, dritareve dhe Recycle Bin.</a:t>
            </a:r>
            <a:endParaRPr lang="en-US" sz="1800" dirty="0"/>
          </a:p>
          <a:p>
            <a:pPr marL="251460" indent="-25146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Fiton siguri bazë për përdorimin e Windows në klasë.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6E3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ShMP “Selajdin Mullaabazi - MICI” | Sistemet operative | 26.3.2026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3F7A"/>
          </a:solidFill>
          <a:ln w="12700">
            <a:solidFill>
              <a:srgbClr val="123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"/>
            <a:ext cx="110029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është sistemi operativ?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173736"/>
            <a:ext cx="109728" cy="109728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" y="173736"/>
            <a:ext cx="109728" cy="109728"/>
          </a:xfrm>
          <a:prstGeom prst="rect">
            <a:avLst/>
          </a:prstGeom>
          <a:solidFill>
            <a:srgbClr val="2F7EEA"/>
          </a:solidFill>
          <a:ln w="12700">
            <a:solidFill>
              <a:srgbClr val="2F7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338328"/>
            <a:ext cx="109728" cy="109728"/>
          </a:xfrm>
          <a:prstGeom prst="rect">
            <a:avLst/>
          </a:prstGeom>
          <a:solidFill>
            <a:srgbClr val="2F7EEA"/>
          </a:solidFill>
          <a:ln w="12700">
            <a:solidFill>
              <a:srgbClr val="2F7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338328"/>
            <a:ext cx="109728" cy="109728"/>
          </a:xfrm>
          <a:prstGeom prst="rect">
            <a:avLst/>
          </a:prstGeom>
          <a:solidFill>
            <a:srgbClr val="1F66C7"/>
          </a:solidFill>
          <a:ln w="12700">
            <a:solidFill>
              <a:srgbClr val="1F6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0584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 operativ (SO)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Programi kryesor që e bën kompjuterin të përdorshëm: lidh përdoruesin, programet dhe harduerin.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60120" y="2377440"/>
            <a:ext cx="3291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5420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5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Përdoruesi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85292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Komandon punën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(përdor tastierë/mi)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43400" y="2697480"/>
            <a:ext cx="320040" cy="320040"/>
          </a:xfrm>
          <a:prstGeom prst="rightArrow">
            <a:avLst/>
          </a:prstGeom>
          <a:solidFill>
            <a:srgbClr val="1956A2"/>
          </a:solidFill>
          <a:ln w="12700">
            <a:solidFill>
              <a:srgbClr val="1956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377440"/>
            <a:ext cx="3291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5420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5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 operativ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83480" y="285292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Menaxhon burimet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(disk, memorie, pajisje)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38160" y="2697480"/>
            <a:ext cx="320040" cy="320040"/>
          </a:xfrm>
          <a:prstGeom prst="rightArrow">
            <a:avLst/>
          </a:prstGeom>
          <a:solidFill>
            <a:srgbClr val="1956A2"/>
          </a:solidFill>
          <a:ln w="12700">
            <a:solidFill>
              <a:srgbClr val="1956A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49640" y="2377440"/>
            <a:ext cx="3291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25420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5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Programet / Aplikacionet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778240" y="285292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Kryejnë detyra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(Word, shfletues, etj.)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60120" y="3886200"/>
            <a:ext cx="10607040" cy="10515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Hardueri (pajisjet fizike): procesor • memorie • disk • tastierë • mi • monitor • rrjet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6E3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ShMP “Selajdin Mullaabazi - MICI” | Sistemet operative | 26.3.2026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3F7A"/>
          </a:solidFill>
          <a:ln w="12700">
            <a:solidFill>
              <a:srgbClr val="123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"/>
            <a:ext cx="110029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rol dhe rëndësi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173736"/>
            <a:ext cx="109728" cy="109728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" y="173736"/>
            <a:ext cx="109728" cy="109728"/>
          </a:xfrm>
          <a:prstGeom prst="rect">
            <a:avLst/>
          </a:prstGeom>
          <a:solidFill>
            <a:srgbClr val="2F7EEA"/>
          </a:solidFill>
          <a:ln w="12700">
            <a:solidFill>
              <a:srgbClr val="2F7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338328"/>
            <a:ext cx="109728" cy="109728"/>
          </a:xfrm>
          <a:prstGeom prst="rect">
            <a:avLst/>
          </a:prstGeom>
          <a:solidFill>
            <a:srgbClr val="2F7EEA"/>
          </a:solidFill>
          <a:ln w="12700">
            <a:solidFill>
              <a:srgbClr val="2F7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338328"/>
            <a:ext cx="109728" cy="109728"/>
          </a:xfrm>
          <a:prstGeom prst="rect">
            <a:avLst/>
          </a:prstGeom>
          <a:solidFill>
            <a:srgbClr val="1F66C7"/>
          </a:solidFill>
          <a:ln w="12700">
            <a:solidFill>
              <a:srgbClr val="1F6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0584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operativ me mjedis grafik (GUI) që menaxhon punën e kompjuterit dhe e bën përdorimin praktik.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85800" y="2148840"/>
            <a:ext cx="5486400" cy="374904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134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5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bën Windows?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65176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Nis programet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Menaxhon skedarë/dosje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Lidh pajisje (printer, rrjet)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Ruajtje dhe siguri bazë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Paraqet punën me dritare, menu dhe ikona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6520" y="2148840"/>
            <a:ext cx="5074920" cy="374904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31343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5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është i rëndësishëm për nxënësin?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75120" y="2651760"/>
            <a:ext cx="4617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Mjedisi ku kryhen detyrat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Përgatiten prezantime/dokumente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Organizohen materialet e lëndës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Ndihmon në rregull e saktësi në punë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Bazë për shkathtësi profesionale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6E3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ShMP “Selajdin Mullaabazi - MICI” | Sistemet operative | 26.3.2026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3F7A"/>
          </a:solidFill>
          <a:ln w="12700">
            <a:solidFill>
              <a:srgbClr val="123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"/>
            <a:ext cx="110029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173736"/>
            <a:ext cx="109728" cy="109728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" y="173736"/>
            <a:ext cx="109728" cy="109728"/>
          </a:xfrm>
          <a:prstGeom prst="rect">
            <a:avLst/>
          </a:prstGeom>
          <a:solidFill>
            <a:srgbClr val="2F7EEA"/>
          </a:solidFill>
          <a:ln w="12700">
            <a:solidFill>
              <a:srgbClr val="2F7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338328"/>
            <a:ext cx="109728" cy="109728"/>
          </a:xfrm>
          <a:prstGeom prst="rect">
            <a:avLst/>
          </a:prstGeom>
          <a:solidFill>
            <a:srgbClr val="2F7EEA"/>
          </a:solidFill>
          <a:ln w="12700">
            <a:solidFill>
              <a:srgbClr val="2F7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338328"/>
            <a:ext cx="109728" cy="109728"/>
          </a:xfrm>
          <a:prstGeom prst="rect">
            <a:avLst/>
          </a:prstGeom>
          <a:solidFill>
            <a:srgbClr val="1F66C7"/>
          </a:solidFill>
          <a:ln w="12700">
            <a:solidFill>
              <a:srgbClr val="1F6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58357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Desktopi është hapësira kryesore e punës që shfaqet pas hyrjes në Windows.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5715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Krahasohet me tavolinën e punës: aty vendosen shkurtesat dhe mjetet më të nevojshme.</a:t>
            </a:r>
            <a:endParaRPr lang="en-US" sz="1800" dirty="0"/>
          </a:p>
          <a:p>
            <a:pPr marL="251460" indent="-25146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Duhet të mbahet i rregullt: dosje me emra të qartë dhe vetëm shkurtesat kryesore.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0" y="1142999"/>
            <a:ext cx="4937760" cy="41239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  <a:prstDash val="solid"/>
          </a:ln>
        </p:spPr>
      </p:sp>
      <p:pic>
        <p:nvPicPr>
          <p:cNvPr id="11" name="Image 0" descr="/mnt/data/windows_lecture_assets/figure_desktop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298448"/>
            <a:ext cx="4663440" cy="35661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20840" y="48765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Figura: pamje didaktike e desktopit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6E3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ShMP “Selajdin Mullaabazi - MICI” | Sistemet operative | 26.3.2026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3F7A"/>
          </a:solidFill>
          <a:ln w="12700">
            <a:solidFill>
              <a:srgbClr val="123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"/>
            <a:ext cx="110029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Elementet kryesore të desktopit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173736"/>
            <a:ext cx="109728" cy="109728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" y="173736"/>
            <a:ext cx="109728" cy="109728"/>
          </a:xfrm>
          <a:prstGeom prst="rect">
            <a:avLst/>
          </a:prstGeom>
          <a:solidFill>
            <a:srgbClr val="2F7EEA"/>
          </a:solidFill>
          <a:ln w="12700">
            <a:solidFill>
              <a:srgbClr val="2F7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338328"/>
            <a:ext cx="109728" cy="109728"/>
          </a:xfrm>
          <a:prstGeom prst="rect">
            <a:avLst/>
          </a:prstGeom>
          <a:solidFill>
            <a:srgbClr val="2F7EEA"/>
          </a:solidFill>
          <a:ln w="12700">
            <a:solidFill>
              <a:srgbClr val="2F7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338328"/>
            <a:ext cx="109728" cy="109728"/>
          </a:xfrm>
          <a:prstGeom prst="rect">
            <a:avLst/>
          </a:prstGeom>
          <a:solidFill>
            <a:srgbClr val="1F66C7"/>
          </a:solidFill>
          <a:ln w="12700">
            <a:solidFill>
              <a:srgbClr val="1F66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51560"/>
            <a:ext cx="5623560" cy="123444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1615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5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55448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Mjedisi bazë i punës ku vendosen skedarë, dosje dhe shkurtesa.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0" y="1051560"/>
            <a:ext cx="5623560" cy="123444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121615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5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Ikonat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12280" y="155448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Përfaqësojnë programe, dosje, fajla ose komanda. Dy klikime për hapje.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514600"/>
            <a:ext cx="5623560" cy="123444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7919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5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Taskbar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301752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programe dhe kalon ndërmjet programeve të hapura.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0" y="2514600"/>
            <a:ext cx="5623560" cy="123444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267919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5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Menu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12280" y="301752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Qasje e shpejtë te programet, kërkimi, cilësimet dhe fikja.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5623560" cy="123444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14223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5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Dritaret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448056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Hapësira ku shfaqen programet/dosjet: zmadho, zvogëlo, minimizo, mbyll.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83680" y="3977640"/>
            <a:ext cx="5623560" cy="123444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414223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5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Wallpaper/Background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12280" y="448056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Sfondi i desktopit që e bën mjedisin vizualisht të dallueshëm.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5800" y="5440680"/>
            <a:ext cx="5623560" cy="123444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60527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5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 Bin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" y="594360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Mban përkohësisht skedarët e fshirë dhe lejon rikthimin e tyre.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6E3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ShMP “Selajdin Mullaabazi - MICI” | Sistemet operative | 26.3.2026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3F7A"/>
          </a:solidFill>
          <a:ln w="12700">
            <a:solidFill>
              <a:srgbClr val="123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"/>
            <a:ext cx="110029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Menu dhe Taskbar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173736"/>
            <a:ext cx="109728" cy="109728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" y="173736"/>
            <a:ext cx="109728" cy="109728"/>
          </a:xfrm>
          <a:prstGeom prst="rect">
            <a:avLst/>
          </a:prstGeom>
          <a:solidFill>
            <a:srgbClr val="2F7EEA"/>
          </a:solidFill>
          <a:ln w="12700">
            <a:solidFill>
              <a:srgbClr val="2F7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338328"/>
            <a:ext cx="109728" cy="109728"/>
          </a:xfrm>
          <a:prstGeom prst="rect">
            <a:avLst/>
          </a:prstGeom>
          <a:solidFill>
            <a:srgbClr val="2F7EEA"/>
          </a:solidFill>
          <a:ln w="12700">
            <a:solidFill>
              <a:srgbClr val="2F7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338328"/>
            <a:ext cx="109728" cy="109728"/>
          </a:xfrm>
          <a:prstGeom prst="rect">
            <a:avLst/>
          </a:prstGeom>
          <a:solidFill>
            <a:srgbClr val="1F66C7"/>
          </a:solidFill>
          <a:ln w="12700">
            <a:solidFill>
              <a:srgbClr val="1F6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0584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përdoren në praktikë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1600200"/>
            <a:ext cx="5760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Menu: hap programet, kërkon skedarë dhe hap cilësimet.</a:t>
            </a:r>
            <a:endParaRPr lang="en-US" sz="1800" dirty="0"/>
          </a:p>
          <a:p>
            <a:pPr marL="251460" indent="-25146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Taskbar: shfaq programet e hapura dhe kalon shpejt nga një dritare në tjetrën.</a:t>
            </a:r>
            <a:endParaRPr lang="en-US" sz="1800" dirty="0"/>
          </a:p>
          <a:p>
            <a:pPr marL="251460" indent="-25146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e njoftimeve: rrjeti, zëri, bateria, ora dhe njoftimet.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0" y="1143000"/>
            <a:ext cx="49377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  <a:prstDash val="solid"/>
          </a:ln>
        </p:spPr>
      </p:sp>
      <p:pic>
        <p:nvPicPr>
          <p:cNvPr id="11" name="Image 0" descr="/mnt/data/windows_lecture_assets/figure_start_taskbar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298448"/>
            <a:ext cx="4663440" cy="3977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20840" y="5349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Figura: pamje didaktike e Start Menu dhe Taskbar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5800" y="4526280"/>
            <a:ext cx="5760720" cy="91440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4736592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Këshillë: mbaj të fiksuara (pinned) aplikacionet që i përdor më shpesh.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6E3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ShMP “Selajdin Mullaabazi - MICI” | Sistemet operative | 26.3.2026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3F7A"/>
          </a:solidFill>
          <a:ln w="12700">
            <a:solidFill>
              <a:srgbClr val="123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"/>
            <a:ext cx="110029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Explorer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173736"/>
            <a:ext cx="109728" cy="109728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" y="173736"/>
            <a:ext cx="109728" cy="109728"/>
          </a:xfrm>
          <a:prstGeom prst="rect">
            <a:avLst/>
          </a:prstGeom>
          <a:solidFill>
            <a:srgbClr val="2F7EEA"/>
          </a:solidFill>
          <a:ln w="12700">
            <a:solidFill>
              <a:srgbClr val="2F7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338328"/>
            <a:ext cx="109728" cy="109728"/>
          </a:xfrm>
          <a:prstGeom prst="rect">
            <a:avLst/>
          </a:prstGeom>
          <a:solidFill>
            <a:srgbClr val="2F7EEA"/>
          </a:solidFill>
          <a:ln w="12700">
            <a:solidFill>
              <a:srgbClr val="2F7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338328"/>
            <a:ext cx="109728" cy="109728"/>
          </a:xfrm>
          <a:prstGeom prst="rect">
            <a:avLst/>
          </a:prstGeom>
          <a:solidFill>
            <a:srgbClr val="1F66C7"/>
          </a:solidFill>
          <a:ln w="12700">
            <a:solidFill>
              <a:srgbClr val="1F6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Mjeti kryesor për të gjetur, hapur, organizuar dhe menaxhuar skedarë e dosje.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Paneli anësor: navigim i shpejtë në dosje (Desktop, Documents, Downloads…).</a:t>
            </a:r>
            <a:endParaRPr lang="en-US" sz="1800" dirty="0"/>
          </a:p>
          <a:p>
            <a:pPr marL="251460" indent="-25146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kryesore: shfaq skedarët/dosjet; mund t’i kopjosh, zhvendosësh, riemërtosh ose fshish.</a:t>
            </a:r>
            <a:endParaRPr lang="en-US" sz="1800" dirty="0"/>
          </a:p>
          <a:p>
            <a:pPr marL="251460" indent="-25146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 emra të qartë dhe dosje të rregullta për materialet mësimore.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0" y="1143000"/>
            <a:ext cx="49377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  <a:prstDash val="solid"/>
          </a:ln>
        </p:spPr>
      </p:sp>
      <p:pic>
        <p:nvPicPr>
          <p:cNvPr id="11" name="Image 0" descr="/mnt/data/windows_lecture_assets/figure_file_explorer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298448"/>
            <a:ext cx="4663440" cy="3977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20840" y="5349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Figura: pamje didaktike e File Explorer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6E3F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ShMP “Selajdin Mullaabazi - MICI” | Sistemet operative | 26.3.2026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3F7A"/>
          </a:solidFill>
          <a:ln w="12700">
            <a:solidFill>
              <a:srgbClr val="123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"/>
            <a:ext cx="110029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 Bin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173736"/>
            <a:ext cx="109728" cy="109728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" y="173736"/>
            <a:ext cx="109728" cy="109728"/>
          </a:xfrm>
          <a:prstGeom prst="rect">
            <a:avLst/>
          </a:prstGeom>
          <a:solidFill>
            <a:srgbClr val="2F7EEA"/>
          </a:solidFill>
          <a:ln w="12700">
            <a:solidFill>
              <a:srgbClr val="2F7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338328"/>
            <a:ext cx="109728" cy="109728"/>
          </a:xfrm>
          <a:prstGeom prst="rect">
            <a:avLst/>
          </a:prstGeom>
          <a:solidFill>
            <a:srgbClr val="2F7EEA"/>
          </a:solidFill>
          <a:ln w="12700">
            <a:solidFill>
              <a:srgbClr val="2F7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338328"/>
            <a:ext cx="109728" cy="109728"/>
          </a:xfrm>
          <a:prstGeom prst="rect">
            <a:avLst/>
          </a:prstGeom>
          <a:solidFill>
            <a:srgbClr val="1F66C7"/>
          </a:solidFill>
          <a:ln w="12700">
            <a:solidFill>
              <a:srgbClr val="1F6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 ku skedarët e fshirë ruhen përkohësisht dhe mund të rikthehen kur është e nevojshme.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6035040" cy="210312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0195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5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të veprojmë saktë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24028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Kontrollo para fshirjes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Rikthe skedarin nëse është fshirë gabimisht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 e zbraz (Empty) pa nevojë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977640"/>
            <a:ext cx="6035040" cy="169164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4223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5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Shembull i shpejtë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480560"/>
            <a:ext cx="5577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Fshi një skedar prove → hap Recycle Bin → gjej skedarin → Restore (rikthe) ose Delete (fshi përfundimisht).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03720" y="1143000"/>
            <a:ext cx="4617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  <a:prstDash val="solid"/>
          </a:ln>
        </p:spPr>
      </p:sp>
      <p:pic>
        <p:nvPicPr>
          <p:cNvPr id="16" name="Image 0" descr="/mnt/data/windows_lecture_assets/figure_recycle_bin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1298448"/>
            <a:ext cx="4389120" cy="42062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022592" y="5532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Figura: pamje didaktike e Recycle Bin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6E3F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ShMP “Selajdin Mullaabazi - MICI” | Sistemet operative | 26.3.2026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3F7A"/>
          </a:solidFill>
          <a:ln w="12700">
            <a:solidFill>
              <a:srgbClr val="123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"/>
            <a:ext cx="110029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Ushtrim praktik &amp; pyetje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173736"/>
            <a:ext cx="109728" cy="109728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" y="173736"/>
            <a:ext cx="109728" cy="109728"/>
          </a:xfrm>
          <a:prstGeom prst="rect">
            <a:avLst/>
          </a:prstGeom>
          <a:solidFill>
            <a:srgbClr val="2F7EEA"/>
          </a:solidFill>
          <a:ln w="12700">
            <a:solidFill>
              <a:srgbClr val="2F7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338328"/>
            <a:ext cx="109728" cy="109728"/>
          </a:xfrm>
          <a:prstGeom prst="rect">
            <a:avLst/>
          </a:prstGeom>
          <a:solidFill>
            <a:srgbClr val="2F7EEA"/>
          </a:solidFill>
          <a:ln w="12700">
            <a:solidFill>
              <a:srgbClr val="2F7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338328"/>
            <a:ext cx="109728" cy="109728"/>
          </a:xfrm>
          <a:prstGeom prst="rect">
            <a:avLst/>
          </a:prstGeom>
          <a:solidFill>
            <a:srgbClr val="1F66C7"/>
          </a:solidFill>
          <a:ln w="12700">
            <a:solidFill>
              <a:srgbClr val="1F66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5760720" cy="51663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618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5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Ushtrim (10–15 min)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600200"/>
            <a:ext cx="530352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Hape Start Menu dhe gjej Calculator ose Paint.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Krijo një dosje në Desktop: “Detyra-Windows”.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Krijo një skedar prove (p.sh. tekst i thjeshtë) dhe ruaje në dosje.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Minimizo dhe rikthe dritaren.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Fshi skedarin prove dhe kontrollo në Recycle Bin.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20840" y="1097280"/>
            <a:ext cx="4800600" cy="260604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126187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5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 për klasën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1600200"/>
            <a:ext cx="43434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Çfarë bën sistemi operativ?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Cilat janë 3 elementet kryesore të desktopit?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Çfarë roli ka taskbar-i?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Pse ekziston Recycle Bin?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20840" y="3886200"/>
            <a:ext cx="4800600" cy="237744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405079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5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Vlerësim i shpejtë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49440" y="4389120"/>
            <a:ext cx="4343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8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Nxënësi e kryen ushtrimin pa ndihmë dhe emërton saktë: Start Menu, taskbar, dritare, ikona, Recycle Bin.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6E3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ShMP “Selajdin Mullaabazi - MICI” | Sistemet operative | 26.3.2026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F7A"/>
          </a:solidFill>
          <a:ln w="12700">
            <a:solidFill>
              <a:srgbClr val="123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194560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Faleminderit për vëmendjen!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2461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F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60350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Bach. Tech. Taxhidin Kadiri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1335</Words>
  <Application>Microsoft Office PowerPoint</Application>
  <PresentationFormat>Widescreen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Taxhidin Kadiri</cp:lastModifiedBy>
  <cp:revision>2</cp:revision>
  <dcterms:created xsi:type="dcterms:W3CDTF">2026-03-26T00:02:15Z</dcterms:created>
  <dcterms:modified xsi:type="dcterms:W3CDTF">2026-03-26T00:13:42Z</dcterms:modified>
</cp:coreProperties>
</file>