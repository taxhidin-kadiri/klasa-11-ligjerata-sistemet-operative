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1420D040-DB89-40A2-BC90-98A750EDA84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B9694E14-1C8C-4E5C-BA55-4F5B0C487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166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0D040-DB89-40A2-BC90-98A750EDA84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94E14-1C8C-4E5C-BA55-4F5B0C487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716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0D040-DB89-40A2-BC90-98A750EDA84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94E14-1C8C-4E5C-BA55-4F5B0C487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227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0D040-DB89-40A2-BC90-98A750EDA84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94E14-1C8C-4E5C-BA55-4F5B0C487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17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0D040-DB89-40A2-BC90-98A750EDA84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94E14-1C8C-4E5C-BA55-4F5B0C487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291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0D040-DB89-40A2-BC90-98A750EDA84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94E14-1C8C-4E5C-BA55-4F5B0C487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765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0D040-DB89-40A2-BC90-98A750EDA84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94E14-1C8C-4E5C-BA55-4F5B0C487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108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0D040-DB89-40A2-BC90-98A750EDA84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94E14-1C8C-4E5C-BA55-4F5B0C487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981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0D040-DB89-40A2-BC90-98A750EDA84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94E14-1C8C-4E5C-BA55-4F5B0C487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822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0D040-DB89-40A2-BC90-98A750EDA84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94E14-1C8C-4E5C-BA55-4F5B0C487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156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0D040-DB89-40A2-BC90-98A750EDA84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94E14-1C8C-4E5C-BA55-4F5B0C487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6328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0D040-DB89-40A2-BC90-98A750EDA84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94E14-1C8C-4E5C-BA55-4F5B0C4876C8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067396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0D040-DB89-40A2-BC90-98A750EDA84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94E14-1C8C-4E5C-BA55-4F5B0C487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8485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0D040-DB89-40A2-BC90-98A750EDA84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94E14-1C8C-4E5C-BA55-4F5B0C487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6916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0D040-DB89-40A2-BC90-98A750EDA84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94E14-1C8C-4E5C-BA55-4F5B0C487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4410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0D040-DB89-40A2-BC90-98A750EDA84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94E14-1C8C-4E5C-BA55-4F5B0C487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018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0D040-DB89-40A2-BC90-98A750EDA84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94E14-1C8C-4E5C-BA55-4F5B0C487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990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0D040-DB89-40A2-BC90-98A750EDA84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94E14-1C8C-4E5C-BA55-4F5B0C487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1622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F3E79-1E2B-B231-E434-69436196AC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err="1"/>
              <a:t>Zevendesimi</a:t>
            </a:r>
            <a:r>
              <a:rPr lang="en-US" dirty="0"/>
              <a:t> I </a:t>
            </a:r>
            <a:r>
              <a:rPr lang="en-US" dirty="0" err="1"/>
              <a:t>pjeseve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kompjuterit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570D37-A0FE-50EB-4086-65E5C9ECC8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43896" y="5449824"/>
            <a:ext cx="2348104" cy="1408176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Punuar</a:t>
            </a:r>
            <a:r>
              <a:rPr lang="en-US" dirty="0"/>
              <a:t> </a:t>
            </a:r>
            <a:r>
              <a:rPr lang="en-US" dirty="0" err="1"/>
              <a:t>nga</a:t>
            </a:r>
            <a:r>
              <a:rPr lang="en-US" dirty="0"/>
              <a:t>:</a:t>
            </a:r>
          </a:p>
          <a:p>
            <a:r>
              <a:rPr lang="en-US" dirty="0"/>
              <a:t>Fetije </a:t>
            </a:r>
            <a:r>
              <a:rPr lang="en-US" dirty="0" err="1"/>
              <a:t>gashi</a:t>
            </a:r>
            <a:endParaRPr lang="en-US" dirty="0"/>
          </a:p>
          <a:p>
            <a:r>
              <a:rPr lang="en-US" dirty="0"/>
              <a:t>Erleta kastrati</a:t>
            </a:r>
          </a:p>
        </p:txBody>
      </p:sp>
    </p:spTree>
    <p:extLst>
      <p:ext uri="{BB962C8B-B14F-4D97-AF65-F5344CB8AC3E}">
        <p14:creationId xmlns:p14="http://schemas.microsoft.com/office/powerpoint/2010/main" val="1216481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8AD492-182A-BF94-2824-0954FBCC2C17}"/>
              </a:ext>
            </a:extLst>
          </p:cNvPr>
          <p:cNvSpPr txBox="1"/>
          <p:nvPr/>
        </p:nvSpPr>
        <p:spPr>
          <a:xfrm>
            <a:off x="969264" y="2135678"/>
            <a:ext cx="470001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Zevendesimi</a:t>
            </a:r>
            <a:r>
              <a:rPr lang="en-US" sz="2400" dirty="0"/>
              <a:t> I </a:t>
            </a:r>
            <a:r>
              <a:rPr lang="en-US" sz="2400" dirty="0" err="1"/>
              <a:t>pjeseve</a:t>
            </a:r>
            <a:r>
              <a:rPr lang="en-US" sz="2400" dirty="0"/>
              <a:t> </a:t>
            </a:r>
            <a:r>
              <a:rPr lang="en-US" sz="2400" dirty="0" err="1"/>
              <a:t>te</a:t>
            </a:r>
            <a:r>
              <a:rPr lang="en-US" sz="2400" dirty="0"/>
              <a:t> </a:t>
            </a:r>
            <a:r>
              <a:rPr lang="en-US" sz="2400" dirty="0" err="1"/>
              <a:t>kompjuterit</a:t>
            </a:r>
            <a:r>
              <a:rPr lang="en-US" sz="2400" dirty="0"/>
              <a:t> </a:t>
            </a:r>
            <a:r>
              <a:rPr lang="en-US" sz="2400" dirty="0" err="1"/>
              <a:t>eshte</a:t>
            </a:r>
            <a:r>
              <a:rPr lang="en-US" sz="2400" dirty="0"/>
              <a:t> </a:t>
            </a:r>
            <a:r>
              <a:rPr lang="en-US" sz="2400" dirty="0" err="1"/>
              <a:t>nje</a:t>
            </a:r>
            <a:r>
              <a:rPr lang="en-US" sz="2400" dirty="0"/>
              <a:t> process I </a:t>
            </a:r>
            <a:r>
              <a:rPr lang="en-US" sz="2400" dirty="0" err="1"/>
              <a:t>rendesishem</a:t>
            </a:r>
            <a:r>
              <a:rPr lang="en-US" sz="2400" dirty="0"/>
              <a:t> per </a:t>
            </a:r>
            <a:r>
              <a:rPr lang="en-US" sz="2400" dirty="0" err="1"/>
              <a:t>mirmbajtje</a:t>
            </a:r>
            <a:r>
              <a:rPr lang="en-US" sz="2400" dirty="0"/>
              <a:t> </a:t>
            </a:r>
            <a:r>
              <a:rPr lang="en-US" sz="2400" dirty="0" err="1"/>
              <a:t>dhe</a:t>
            </a:r>
            <a:r>
              <a:rPr lang="en-US" sz="2400" dirty="0"/>
              <a:t> </a:t>
            </a:r>
            <a:r>
              <a:rPr lang="en-US" sz="2400" dirty="0" err="1"/>
              <a:t>permirsimin</a:t>
            </a:r>
            <a:r>
              <a:rPr lang="en-US" sz="2400" dirty="0"/>
              <a:t> e </a:t>
            </a:r>
            <a:r>
              <a:rPr lang="en-US" sz="2400" dirty="0" err="1"/>
              <a:t>perfomances</a:t>
            </a:r>
            <a:r>
              <a:rPr lang="en-US" sz="2400" dirty="0"/>
              <a:t> se </a:t>
            </a:r>
            <a:r>
              <a:rPr lang="en-US" sz="2400" dirty="0" err="1"/>
              <a:t>tij</a:t>
            </a:r>
            <a:r>
              <a:rPr lang="en-US" sz="2400" dirty="0"/>
              <a:t>. Ky process </a:t>
            </a:r>
            <a:r>
              <a:rPr lang="en-US" sz="2400" dirty="0" err="1"/>
              <a:t>mund</a:t>
            </a:r>
            <a:r>
              <a:rPr lang="en-US" sz="2400" dirty="0"/>
              <a:t> </a:t>
            </a:r>
            <a:r>
              <a:rPr lang="en-US" sz="2400" dirty="0" err="1"/>
              <a:t>te</a:t>
            </a:r>
            <a:r>
              <a:rPr lang="en-US" sz="2400" dirty="0"/>
              <a:t> </a:t>
            </a:r>
            <a:r>
              <a:rPr lang="en-US" sz="2400" dirty="0" err="1"/>
              <a:t>behet</a:t>
            </a:r>
            <a:r>
              <a:rPr lang="en-US" sz="2400" dirty="0"/>
              <a:t> </a:t>
            </a:r>
            <a:r>
              <a:rPr lang="en-US" sz="2400" dirty="0" err="1"/>
              <a:t>kur</a:t>
            </a:r>
            <a:r>
              <a:rPr lang="en-US" sz="2400" dirty="0"/>
              <a:t> </a:t>
            </a:r>
            <a:r>
              <a:rPr lang="en-US" sz="2400" dirty="0" err="1"/>
              <a:t>nje</a:t>
            </a:r>
            <a:r>
              <a:rPr lang="en-US" sz="2400" dirty="0"/>
              <a:t> </a:t>
            </a:r>
            <a:r>
              <a:rPr lang="en-US" sz="2400" dirty="0" err="1"/>
              <a:t>pjese</a:t>
            </a:r>
            <a:r>
              <a:rPr lang="en-US" sz="2400" dirty="0"/>
              <a:t> </a:t>
            </a:r>
            <a:r>
              <a:rPr lang="en-US" sz="2400" dirty="0" err="1"/>
              <a:t>demtohet</a:t>
            </a:r>
            <a:r>
              <a:rPr lang="en-US" sz="2400" dirty="0"/>
              <a:t> </a:t>
            </a:r>
            <a:r>
              <a:rPr lang="en-US" sz="2400" dirty="0" err="1"/>
              <a:t>ose</a:t>
            </a:r>
            <a:r>
              <a:rPr lang="en-US" sz="2400" dirty="0"/>
              <a:t> </a:t>
            </a:r>
            <a:r>
              <a:rPr lang="en-US" sz="2400" dirty="0" err="1"/>
              <a:t>kur</a:t>
            </a:r>
            <a:r>
              <a:rPr lang="en-US" sz="2400" dirty="0"/>
              <a:t> </a:t>
            </a:r>
            <a:r>
              <a:rPr lang="en-US" sz="2400" dirty="0" err="1"/>
              <a:t>deshiron</a:t>
            </a:r>
            <a:r>
              <a:rPr lang="en-US" sz="2400" dirty="0"/>
              <a:t> </a:t>
            </a:r>
            <a:r>
              <a:rPr lang="en-US" sz="2400" dirty="0" err="1"/>
              <a:t>te</a:t>
            </a:r>
            <a:r>
              <a:rPr lang="en-US" sz="2400" dirty="0"/>
              <a:t> </a:t>
            </a:r>
            <a:r>
              <a:rPr lang="en-US" sz="2400" dirty="0" err="1"/>
              <a:t>permirsosh</a:t>
            </a:r>
            <a:r>
              <a:rPr lang="en-US" sz="2400" dirty="0"/>
              <a:t> </a:t>
            </a:r>
            <a:r>
              <a:rPr lang="en-US" sz="2400" dirty="0" err="1"/>
              <a:t>shpejtesine</a:t>
            </a:r>
            <a:r>
              <a:rPr lang="en-US" sz="2400" dirty="0"/>
              <a:t> </a:t>
            </a:r>
            <a:r>
              <a:rPr lang="en-US" sz="2400" dirty="0" err="1"/>
              <a:t>dhe</a:t>
            </a:r>
            <a:r>
              <a:rPr lang="en-US" sz="2400" dirty="0"/>
              <a:t> </a:t>
            </a:r>
            <a:r>
              <a:rPr lang="en-US" sz="2400" dirty="0" err="1"/>
              <a:t>kapacitetin</a:t>
            </a:r>
            <a:r>
              <a:rPr lang="en-US" sz="2400" dirty="0"/>
              <a:t> e </a:t>
            </a:r>
            <a:r>
              <a:rPr lang="en-US" sz="2400" dirty="0" err="1"/>
              <a:t>kompjuterit</a:t>
            </a:r>
            <a:r>
              <a:rPr lang="en-US" sz="2400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B6F8AF-87F6-8449-41F0-4F913EA085CD}"/>
              </a:ext>
            </a:extLst>
          </p:cNvPr>
          <p:cNvSpPr txBox="1"/>
          <p:nvPr/>
        </p:nvSpPr>
        <p:spPr>
          <a:xfrm>
            <a:off x="6592824" y="959007"/>
            <a:ext cx="50566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Ja </a:t>
            </a:r>
            <a:r>
              <a:rPr lang="en-US" sz="2800" dirty="0" err="1"/>
              <a:t>disa</a:t>
            </a:r>
            <a:r>
              <a:rPr lang="en-US" sz="2800" dirty="0"/>
              <a:t> pika </a:t>
            </a:r>
            <a:r>
              <a:rPr lang="en-US" sz="2800" dirty="0" err="1"/>
              <a:t>kryesore</a:t>
            </a:r>
            <a:r>
              <a:rPr lang="en-US" sz="2800" dirty="0"/>
              <a:t> </a:t>
            </a:r>
            <a:r>
              <a:rPr lang="en-US" sz="2800" dirty="0" err="1"/>
              <a:t>te</a:t>
            </a:r>
            <a:r>
              <a:rPr lang="en-US" sz="2800" dirty="0"/>
              <a:t> </a:t>
            </a:r>
            <a:r>
              <a:rPr lang="en-US" sz="2800" dirty="0" err="1"/>
              <a:t>ketij</a:t>
            </a:r>
            <a:r>
              <a:rPr lang="en-US" sz="2800" dirty="0"/>
              <a:t> </a:t>
            </a:r>
            <a:r>
              <a:rPr lang="en-US" sz="2800" dirty="0" err="1"/>
              <a:t>projekti</a:t>
            </a:r>
            <a:r>
              <a:rPr lang="en-US" sz="2800" dirty="0"/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52D7A3-0849-2041-EDD7-34F8BCADC876}"/>
              </a:ext>
            </a:extLst>
          </p:cNvPr>
          <p:cNvSpPr txBox="1"/>
          <p:nvPr/>
        </p:nvSpPr>
        <p:spPr>
          <a:xfrm>
            <a:off x="6793992" y="2466452"/>
            <a:ext cx="505663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800" dirty="0" err="1"/>
              <a:t>Pse</a:t>
            </a:r>
            <a:r>
              <a:rPr lang="en-US" sz="2800" dirty="0"/>
              <a:t> </a:t>
            </a:r>
            <a:r>
              <a:rPr lang="en-US" sz="2800" dirty="0" err="1"/>
              <a:t>zevendesohen</a:t>
            </a:r>
            <a:r>
              <a:rPr lang="en-US" sz="2800" dirty="0"/>
              <a:t> </a:t>
            </a:r>
            <a:r>
              <a:rPr lang="en-US" sz="2800" dirty="0" err="1"/>
              <a:t>pjeset</a:t>
            </a:r>
            <a:r>
              <a:rPr lang="en-US" sz="2800" dirty="0"/>
              <a:t> e </a:t>
            </a:r>
            <a:r>
              <a:rPr lang="en-US" sz="2800" dirty="0" err="1"/>
              <a:t>kompjuterit</a:t>
            </a:r>
            <a:r>
              <a:rPr lang="en-US" sz="2800" dirty="0"/>
              <a:t>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 err="1"/>
              <a:t>Pjeset</a:t>
            </a:r>
            <a:r>
              <a:rPr lang="en-US" sz="2800" dirty="0"/>
              <a:t> me </a:t>
            </a:r>
            <a:r>
              <a:rPr lang="en-US" sz="2800" dirty="0" err="1"/>
              <a:t>te</a:t>
            </a:r>
            <a:r>
              <a:rPr lang="en-US" sz="2800" dirty="0"/>
              <a:t> </a:t>
            </a:r>
            <a:r>
              <a:rPr lang="en-US" sz="2800" dirty="0" err="1"/>
              <a:t>zakonshme</a:t>
            </a:r>
            <a:r>
              <a:rPr lang="en-US" sz="2800" dirty="0"/>
              <a:t> </a:t>
            </a:r>
            <a:r>
              <a:rPr lang="en-US" sz="2800" dirty="0" err="1"/>
              <a:t>qe</a:t>
            </a:r>
            <a:r>
              <a:rPr lang="en-US" sz="2800" dirty="0"/>
              <a:t> </a:t>
            </a:r>
            <a:r>
              <a:rPr lang="en-US" sz="2800" dirty="0" err="1"/>
              <a:t>zevendesohen</a:t>
            </a:r>
            <a:r>
              <a:rPr lang="en-US" sz="280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 err="1"/>
              <a:t>Kujdes</a:t>
            </a:r>
            <a:r>
              <a:rPr lang="en-US" sz="2800" dirty="0"/>
              <a:t> </a:t>
            </a:r>
            <a:r>
              <a:rPr lang="en-US" sz="2800" dirty="0" err="1"/>
              <a:t>gjate</a:t>
            </a:r>
            <a:r>
              <a:rPr lang="en-US" sz="2800" dirty="0"/>
              <a:t> </a:t>
            </a:r>
            <a:r>
              <a:rPr lang="en-US" sz="2800" dirty="0" err="1"/>
              <a:t>procesit</a:t>
            </a:r>
            <a:r>
              <a:rPr lang="en-US" sz="280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 err="1"/>
              <a:t>Perfitimet</a:t>
            </a:r>
            <a:r>
              <a:rPr lang="en-US" sz="2800" dirty="0"/>
              <a:t> e </a:t>
            </a:r>
            <a:r>
              <a:rPr lang="en-US" sz="2800" dirty="0" err="1"/>
              <a:t>zevendesimit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76520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07B55C-AB35-E039-6A9D-4404858DAF3D}"/>
              </a:ext>
            </a:extLst>
          </p:cNvPr>
          <p:cNvSpPr txBox="1"/>
          <p:nvPr/>
        </p:nvSpPr>
        <p:spPr>
          <a:xfrm>
            <a:off x="2040636" y="310896"/>
            <a:ext cx="8110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1.PSE ZEVENDESOHEN PJESET E KOMPJUTERIT?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5C65B7-68A1-CE2F-8B4B-1305F69868DC}"/>
              </a:ext>
            </a:extLst>
          </p:cNvPr>
          <p:cNvSpPr txBox="1"/>
          <p:nvPr/>
        </p:nvSpPr>
        <p:spPr>
          <a:xfrm>
            <a:off x="1014984" y="1417320"/>
            <a:ext cx="738835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Pjeset</a:t>
            </a:r>
            <a:r>
              <a:rPr lang="en-US" sz="2400" dirty="0"/>
              <a:t> </a:t>
            </a:r>
            <a:r>
              <a:rPr lang="en-US" sz="2400" dirty="0" err="1"/>
              <a:t>mund</a:t>
            </a:r>
            <a:r>
              <a:rPr lang="en-US" sz="2400" dirty="0"/>
              <a:t> </a:t>
            </a:r>
            <a:r>
              <a:rPr lang="en-US" sz="2400" dirty="0" err="1"/>
              <a:t>te</a:t>
            </a:r>
            <a:r>
              <a:rPr lang="en-US" sz="2400" dirty="0"/>
              <a:t> </a:t>
            </a:r>
            <a:r>
              <a:rPr lang="en-US" sz="2400" dirty="0" err="1"/>
              <a:t>prishen</a:t>
            </a:r>
            <a:r>
              <a:rPr lang="en-US" sz="2400" dirty="0"/>
              <a:t> </a:t>
            </a:r>
            <a:r>
              <a:rPr lang="en-US" sz="2400" dirty="0" err="1"/>
              <a:t>nga</a:t>
            </a:r>
            <a:r>
              <a:rPr lang="en-US" sz="2400" dirty="0"/>
              <a:t> </a:t>
            </a:r>
            <a:r>
              <a:rPr lang="en-US" sz="2400" dirty="0" err="1"/>
              <a:t>perdorii</a:t>
            </a:r>
            <a:r>
              <a:rPr lang="en-US" sz="2400" dirty="0"/>
              <a:t> I </a:t>
            </a:r>
            <a:r>
              <a:rPr lang="en-US" sz="2400" dirty="0" err="1"/>
              <a:t>gjate</a:t>
            </a:r>
            <a:r>
              <a:rPr lang="en-US" sz="2400" dirty="0"/>
              <a:t> </a:t>
            </a:r>
            <a:r>
              <a:rPr lang="en-US" sz="2400" dirty="0" err="1"/>
              <a:t>ose</a:t>
            </a:r>
            <a:r>
              <a:rPr lang="en-US" sz="2400" dirty="0"/>
              <a:t> </a:t>
            </a:r>
            <a:r>
              <a:rPr lang="en-US" sz="2400" dirty="0" err="1"/>
              <a:t>demtimet</a:t>
            </a:r>
            <a:r>
              <a:rPr lang="en-US" sz="2400" dirty="0"/>
              <a:t> </a:t>
            </a:r>
            <a:r>
              <a:rPr lang="en-US" sz="2400" dirty="0" err="1"/>
              <a:t>elektrike</a:t>
            </a:r>
            <a:r>
              <a:rPr lang="en-US" sz="2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Permiresimi</a:t>
            </a:r>
            <a:r>
              <a:rPr lang="en-US" sz="2400" dirty="0"/>
              <a:t> I performances (p.sh </a:t>
            </a:r>
            <a:r>
              <a:rPr lang="en-US" sz="2400" dirty="0" err="1"/>
              <a:t>vendosja</a:t>
            </a:r>
            <a:r>
              <a:rPr lang="en-US" sz="2400" dirty="0"/>
              <a:t> e </a:t>
            </a:r>
            <a:r>
              <a:rPr lang="en-US" sz="2400" dirty="0" err="1"/>
              <a:t>nje</a:t>
            </a:r>
            <a:r>
              <a:rPr lang="en-US" sz="2400" dirty="0"/>
              <a:t> SSD-je ne vend </a:t>
            </a:r>
            <a:r>
              <a:rPr lang="en-US" sz="2400" dirty="0" err="1"/>
              <a:t>te</a:t>
            </a:r>
            <a:r>
              <a:rPr lang="en-US" sz="2400" dirty="0"/>
              <a:t> HDD-se)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Zgjerimi</a:t>
            </a:r>
            <a:r>
              <a:rPr lang="en-US" sz="2400" dirty="0"/>
              <a:t> I </a:t>
            </a:r>
            <a:r>
              <a:rPr lang="en-US" sz="2400" dirty="0" err="1"/>
              <a:t>kapacitetit</a:t>
            </a:r>
            <a:r>
              <a:rPr lang="en-US" sz="2400" dirty="0"/>
              <a:t> (</a:t>
            </a:r>
            <a:r>
              <a:rPr lang="en-US" sz="2400" dirty="0" err="1"/>
              <a:t>shtimi</a:t>
            </a:r>
            <a:r>
              <a:rPr lang="en-US" sz="2400" dirty="0"/>
              <a:t> I RAM-it, hard </a:t>
            </a:r>
            <a:r>
              <a:rPr lang="en-US" sz="2400" dirty="0" err="1"/>
              <a:t>disku</a:t>
            </a:r>
            <a:r>
              <a:rPr lang="en-US" sz="2400" dirty="0"/>
              <a:t> me I </a:t>
            </a:r>
            <a:r>
              <a:rPr lang="en-US" sz="2400" dirty="0" err="1"/>
              <a:t>madh</a:t>
            </a:r>
            <a:r>
              <a:rPr lang="en-US" sz="24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Perputhshmeria me </a:t>
            </a:r>
            <a:r>
              <a:rPr lang="en-US" sz="2400" dirty="0" err="1"/>
              <a:t>programe</a:t>
            </a:r>
            <a:r>
              <a:rPr lang="en-US" sz="2400" dirty="0"/>
              <a:t> me </a:t>
            </a:r>
            <a:r>
              <a:rPr lang="en-US" sz="2400" dirty="0" err="1"/>
              <a:t>te</a:t>
            </a:r>
            <a:r>
              <a:rPr lang="en-US" sz="2400" dirty="0"/>
              <a:t> </a:t>
            </a:r>
            <a:r>
              <a:rPr lang="en-US" sz="2400" dirty="0" err="1"/>
              <a:t>reja</a:t>
            </a:r>
            <a:r>
              <a:rPr lang="en-US" sz="2400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2E27E1-66A5-D46F-550E-26DD416A06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7456" y="4387596"/>
            <a:ext cx="4401312" cy="183388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377078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75B7B7-BC4D-D6F7-193B-5E8F9337666C}"/>
              </a:ext>
            </a:extLst>
          </p:cNvPr>
          <p:cNvSpPr txBox="1"/>
          <p:nvPr/>
        </p:nvSpPr>
        <p:spPr>
          <a:xfrm>
            <a:off x="1901952" y="603504"/>
            <a:ext cx="91165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2.PJESET ME TE ZAKONSHME QE ZEVENDESOHEN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21C4FD-E6F9-2E4B-AFC7-4CCF975CBBF9}"/>
              </a:ext>
            </a:extLst>
          </p:cNvPr>
          <p:cNvSpPr txBox="1"/>
          <p:nvPr/>
        </p:nvSpPr>
        <p:spPr>
          <a:xfrm>
            <a:off x="1088136" y="1261872"/>
            <a:ext cx="8604504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Hard </a:t>
            </a:r>
            <a:r>
              <a:rPr lang="en-US" sz="2400" dirty="0" err="1"/>
              <a:t>disku</a:t>
            </a:r>
            <a:r>
              <a:rPr lang="en-US" sz="2400" dirty="0"/>
              <a:t> (HDD/SSD): per </a:t>
            </a:r>
            <a:r>
              <a:rPr lang="en-US" sz="2400" dirty="0" err="1"/>
              <a:t>ruajtje</a:t>
            </a:r>
            <a:r>
              <a:rPr lang="en-US" sz="2400" dirty="0"/>
              <a:t> me </a:t>
            </a:r>
            <a:r>
              <a:rPr lang="en-US" sz="2400" dirty="0" err="1"/>
              <a:t>te</a:t>
            </a:r>
            <a:r>
              <a:rPr lang="en-US" sz="2400" dirty="0"/>
              <a:t> </a:t>
            </a:r>
            <a:r>
              <a:rPr lang="en-US" sz="2400" dirty="0" err="1"/>
              <a:t>madhe</a:t>
            </a:r>
            <a:r>
              <a:rPr lang="en-US" sz="2400" dirty="0"/>
              <a:t> </a:t>
            </a:r>
            <a:r>
              <a:rPr lang="en-US" sz="2400" dirty="0" err="1"/>
              <a:t>dhe</a:t>
            </a:r>
            <a:r>
              <a:rPr lang="en-US" sz="2400" dirty="0"/>
              <a:t> </a:t>
            </a:r>
            <a:r>
              <a:rPr lang="en-US" sz="2400" dirty="0" err="1"/>
              <a:t>shpejtesi</a:t>
            </a:r>
            <a:r>
              <a:rPr lang="en-US" sz="2400" dirty="0"/>
              <a:t> me </a:t>
            </a:r>
            <a:r>
              <a:rPr lang="en-US" sz="2400" dirty="0" err="1"/>
              <a:t>te</a:t>
            </a:r>
            <a:r>
              <a:rPr lang="en-US" sz="2400" dirty="0"/>
              <a:t> mire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RAM-</a:t>
            </a:r>
            <a:r>
              <a:rPr lang="en-US" sz="2400" dirty="0" err="1"/>
              <a:t>i</a:t>
            </a:r>
            <a:r>
              <a:rPr lang="en-US" sz="2400" dirty="0"/>
              <a:t> : per </a:t>
            </a:r>
            <a:r>
              <a:rPr lang="en-US" sz="2400" dirty="0" err="1"/>
              <a:t>rritjen</a:t>
            </a:r>
            <a:r>
              <a:rPr lang="en-US" sz="2400" dirty="0"/>
              <a:t> e </a:t>
            </a:r>
            <a:r>
              <a:rPr lang="en-US" sz="2400" dirty="0" err="1"/>
              <a:t>shpejtesise</a:t>
            </a:r>
            <a:r>
              <a:rPr lang="en-US" sz="2400" dirty="0"/>
              <a:t> </a:t>
            </a:r>
            <a:r>
              <a:rPr lang="en-US" sz="2400" dirty="0" err="1"/>
              <a:t>dhe</a:t>
            </a:r>
            <a:r>
              <a:rPr lang="en-US" sz="2400" dirty="0"/>
              <a:t> </a:t>
            </a:r>
            <a:r>
              <a:rPr lang="en-US" sz="2400" dirty="0" err="1"/>
              <a:t>multiasking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Kartela</a:t>
            </a:r>
            <a:r>
              <a:rPr lang="en-US" sz="2400" dirty="0"/>
              <a:t> </a:t>
            </a:r>
            <a:r>
              <a:rPr lang="en-US" sz="2400" dirty="0" err="1"/>
              <a:t>grafike</a:t>
            </a:r>
            <a:r>
              <a:rPr lang="en-US" sz="2400" dirty="0"/>
              <a:t> (PSU): </a:t>
            </a:r>
            <a:r>
              <a:rPr lang="en-US" sz="2400" dirty="0" err="1"/>
              <a:t>kur</a:t>
            </a:r>
            <a:r>
              <a:rPr lang="en-US" sz="2400" dirty="0"/>
              <a:t> </a:t>
            </a:r>
            <a:r>
              <a:rPr lang="en-US" sz="2400" dirty="0" err="1"/>
              <a:t>eshte</a:t>
            </a:r>
            <a:r>
              <a:rPr lang="en-US" sz="2400" dirty="0"/>
              <a:t> </a:t>
            </a:r>
            <a:r>
              <a:rPr lang="en-US" sz="2400" dirty="0" err="1"/>
              <a:t>demtuar</a:t>
            </a:r>
            <a:r>
              <a:rPr lang="en-US" sz="2400" dirty="0"/>
              <a:t> </a:t>
            </a:r>
            <a:r>
              <a:rPr lang="en-US" sz="2400" dirty="0" err="1"/>
              <a:t>ose</a:t>
            </a:r>
            <a:r>
              <a:rPr lang="en-US" sz="2400" dirty="0"/>
              <a:t> I </a:t>
            </a:r>
            <a:r>
              <a:rPr lang="en-US" sz="2400" dirty="0" err="1"/>
              <a:t>pamjaftueshem</a:t>
            </a:r>
            <a:r>
              <a:rPr lang="en-US" sz="2400" dirty="0"/>
              <a:t> per </a:t>
            </a:r>
            <a:r>
              <a:rPr lang="en-US" sz="2400" dirty="0" err="1"/>
              <a:t>pjese</a:t>
            </a:r>
            <a:r>
              <a:rPr lang="en-US" sz="2400" dirty="0"/>
              <a:t> </a:t>
            </a:r>
            <a:r>
              <a:rPr lang="en-US" sz="2400" dirty="0" err="1"/>
              <a:t>te</a:t>
            </a:r>
            <a:r>
              <a:rPr lang="en-US" sz="2400" dirty="0"/>
              <a:t> </a:t>
            </a:r>
            <a:r>
              <a:rPr lang="en-US" sz="2400" dirty="0" err="1"/>
              <a:t>reja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Pllaka</a:t>
            </a:r>
            <a:r>
              <a:rPr lang="en-US" sz="2400" dirty="0"/>
              <a:t> </a:t>
            </a:r>
            <a:r>
              <a:rPr lang="en-US" sz="2400" dirty="0" err="1"/>
              <a:t>ame</a:t>
            </a:r>
            <a:r>
              <a:rPr lang="en-US" sz="2400" dirty="0"/>
              <a:t> (Motherboard): </a:t>
            </a:r>
            <a:r>
              <a:rPr lang="en-US" sz="2400" dirty="0" err="1"/>
              <a:t>kur</a:t>
            </a:r>
            <a:r>
              <a:rPr lang="en-US" sz="2400" dirty="0"/>
              <a:t> </a:t>
            </a:r>
            <a:r>
              <a:rPr lang="en-US" sz="2400" dirty="0" err="1"/>
              <a:t>demtohet</a:t>
            </a:r>
            <a:r>
              <a:rPr lang="en-US" sz="2400" dirty="0"/>
              <a:t> </a:t>
            </a:r>
            <a:r>
              <a:rPr lang="en-US" sz="2400" dirty="0" err="1"/>
              <a:t>ose</a:t>
            </a:r>
            <a:r>
              <a:rPr lang="en-US" sz="2400" dirty="0"/>
              <a:t> per </a:t>
            </a:r>
            <a:r>
              <a:rPr lang="en-US" sz="2400" dirty="0" err="1"/>
              <a:t>perditesim</a:t>
            </a:r>
            <a:r>
              <a:rPr lang="en-US" sz="2400" dirty="0"/>
              <a:t> me </a:t>
            </a:r>
            <a:r>
              <a:rPr lang="en-US" sz="2400" dirty="0" err="1"/>
              <a:t>te</a:t>
            </a:r>
            <a:r>
              <a:rPr lang="en-US" sz="2400" dirty="0"/>
              <a:t> </a:t>
            </a:r>
            <a:r>
              <a:rPr lang="en-US" sz="2400" dirty="0" err="1"/>
              <a:t>madh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Procesori</a:t>
            </a:r>
            <a:r>
              <a:rPr lang="en-US" sz="2400" dirty="0"/>
              <a:t> (CPU) : per </a:t>
            </a:r>
            <a:r>
              <a:rPr lang="en-US" sz="2400" dirty="0" err="1"/>
              <a:t>fuqi</a:t>
            </a:r>
            <a:r>
              <a:rPr lang="en-US" sz="2400" dirty="0"/>
              <a:t> </a:t>
            </a:r>
            <a:r>
              <a:rPr lang="en-US" sz="2400" dirty="0" err="1"/>
              <a:t>llogaritese</a:t>
            </a:r>
            <a:r>
              <a:rPr lang="en-US" sz="2400" dirty="0"/>
              <a:t> me </a:t>
            </a:r>
            <a:r>
              <a:rPr lang="en-US" sz="2400" dirty="0" err="1"/>
              <a:t>te</a:t>
            </a:r>
            <a:r>
              <a:rPr lang="en-US" sz="2400" dirty="0"/>
              <a:t> </a:t>
            </a:r>
            <a:r>
              <a:rPr lang="en-US" sz="2400" dirty="0" err="1"/>
              <a:t>madhe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Ventilatoret</a:t>
            </a:r>
            <a:r>
              <a:rPr lang="en-US" sz="2400" dirty="0"/>
              <a:t> </a:t>
            </a:r>
            <a:r>
              <a:rPr lang="en-US" sz="2400" dirty="0" err="1"/>
              <a:t>dhe</a:t>
            </a:r>
            <a:r>
              <a:rPr lang="en-US" sz="2400" dirty="0"/>
              <a:t> </a:t>
            </a:r>
            <a:r>
              <a:rPr lang="en-US" sz="2400" dirty="0" err="1"/>
              <a:t>sistemi</a:t>
            </a:r>
            <a:r>
              <a:rPr lang="en-US" sz="2400" dirty="0"/>
              <a:t> I </a:t>
            </a:r>
            <a:r>
              <a:rPr lang="en-US" sz="2400" dirty="0" err="1"/>
              <a:t>ftohjes</a:t>
            </a:r>
            <a:r>
              <a:rPr lang="en-US" sz="2400" dirty="0"/>
              <a:t> : per </a:t>
            </a:r>
            <a:r>
              <a:rPr lang="en-US" sz="2400" dirty="0" err="1"/>
              <a:t>te</a:t>
            </a:r>
            <a:r>
              <a:rPr lang="en-US" sz="2400" dirty="0"/>
              <a:t> </a:t>
            </a:r>
            <a:r>
              <a:rPr lang="en-US" sz="2400" dirty="0" err="1"/>
              <a:t>parandaluar</a:t>
            </a:r>
            <a:r>
              <a:rPr lang="en-US" sz="2400" dirty="0"/>
              <a:t> </a:t>
            </a:r>
            <a:r>
              <a:rPr lang="en-US" sz="2400" dirty="0" err="1"/>
              <a:t>mbinxehjen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708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6982FD-D300-A641-6DF7-302A1FD6EB07}"/>
              </a:ext>
            </a:extLst>
          </p:cNvPr>
          <p:cNvSpPr txBox="1"/>
          <p:nvPr/>
        </p:nvSpPr>
        <p:spPr>
          <a:xfrm>
            <a:off x="2414016" y="621792"/>
            <a:ext cx="6976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3.KUJDES GJATE PROCESIT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D0B43F-1E3E-E499-DBB0-FA0D67C9C811}"/>
              </a:ext>
            </a:extLst>
          </p:cNvPr>
          <p:cNvSpPr txBox="1"/>
          <p:nvPr/>
        </p:nvSpPr>
        <p:spPr>
          <a:xfrm>
            <a:off x="1399032" y="1746504"/>
            <a:ext cx="672998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Gjithmone</a:t>
            </a:r>
            <a:r>
              <a:rPr lang="en-US" sz="2400" dirty="0"/>
              <a:t> </a:t>
            </a:r>
            <a:r>
              <a:rPr lang="en-US" sz="2400" dirty="0" err="1"/>
              <a:t>fik</a:t>
            </a:r>
            <a:r>
              <a:rPr lang="en-US" sz="2400" dirty="0"/>
              <a:t> </a:t>
            </a:r>
            <a:r>
              <a:rPr lang="en-US" sz="2400" dirty="0" err="1"/>
              <a:t>kompjuterin</a:t>
            </a:r>
            <a:r>
              <a:rPr lang="en-US" sz="2400" dirty="0"/>
              <a:t> </a:t>
            </a:r>
            <a:r>
              <a:rPr lang="en-US" sz="2400" dirty="0" err="1"/>
              <a:t>dhe</a:t>
            </a:r>
            <a:r>
              <a:rPr lang="en-US" sz="2400" dirty="0"/>
              <a:t> </a:t>
            </a:r>
            <a:r>
              <a:rPr lang="en-US" sz="2400" dirty="0" err="1"/>
              <a:t>shkepute</a:t>
            </a:r>
            <a:r>
              <a:rPr lang="en-US" sz="2400" dirty="0"/>
              <a:t> </a:t>
            </a:r>
            <a:r>
              <a:rPr lang="en-US" sz="2400" dirty="0" err="1"/>
              <a:t>nga</a:t>
            </a:r>
            <a:r>
              <a:rPr lang="en-US" sz="2400" dirty="0"/>
              <a:t> </a:t>
            </a:r>
            <a:r>
              <a:rPr lang="en-US" sz="2400" dirty="0" err="1"/>
              <a:t>rryma</a:t>
            </a:r>
            <a:r>
              <a:rPr lang="en-US" sz="2400" dirty="0"/>
              <a:t> para se </a:t>
            </a:r>
            <a:r>
              <a:rPr lang="en-US" sz="2400" dirty="0" err="1"/>
              <a:t>te</a:t>
            </a:r>
            <a:r>
              <a:rPr lang="en-US" sz="2400" dirty="0"/>
              <a:t> </a:t>
            </a:r>
            <a:r>
              <a:rPr lang="en-US" sz="2400" dirty="0" err="1"/>
              <a:t>nisesh</a:t>
            </a:r>
            <a:r>
              <a:rPr lang="en-US" sz="2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Perdor</a:t>
            </a:r>
            <a:r>
              <a:rPr lang="en-US" sz="2400" dirty="0"/>
              <a:t> </a:t>
            </a:r>
            <a:r>
              <a:rPr lang="en-US" sz="2400" dirty="0" err="1"/>
              <a:t>pajisje</a:t>
            </a:r>
            <a:r>
              <a:rPr lang="en-US" sz="2400" dirty="0"/>
              <a:t> </a:t>
            </a:r>
            <a:r>
              <a:rPr lang="en-US" sz="2400" dirty="0" err="1"/>
              <a:t>kunder</a:t>
            </a:r>
            <a:r>
              <a:rPr lang="en-US" sz="2400" dirty="0"/>
              <a:t> </a:t>
            </a:r>
            <a:r>
              <a:rPr lang="en-US" sz="2400" dirty="0" err="1"/>
              <a:t>elektricitetit</a:t>
            </a:r>
            <a:r>
              <a:rPr lang="en-US" sz="2400" dirty="0"/>
              <a:t> </a:t>
            </a:r>
            <a:r>
              <a:rPr lang="en-US" sz="2400" dirty="0" err="1"/>
              <a:t>statik</a:t>
            </a:r>
            <a:r>
              <a:rPr lang="en-US" sz="2400" dirty="0"/>
              <a:t>(anti-static wristband) </a:t>
            </a:r>
            <a:r>
              <a:rPr lang="en-US" sz="2400" dirty="0" err="1"/>
              <a:t>qe</a:t>
            </a:r>
            <a:r>
              <a:rPr lang="en-US" sz="2400" dirty="0"/>
              <a:t> </a:t>
            </a:r>
            <a:r>
              <a:rPr lang="en-US" sz="2400" dirty="0" err="1"/>
              <a:t>te</a:t>
            </a:r>
            <a:r>
              <a:rPr lang="en-US" sz="2400" dirty="0"/>
              <a:t> </a:t>
            </a:r>
            <a:r>
              <a:rPr lang="en-US" sz="2400" dirty="0" err="1"/>
              <a:t>mos</a:t>
            </a:r>
            <a:r>
              <a:rPr lang="en-US" sz="2400" dirty="0"/>
              <a:t> </a:t>
            </a:r>
            <a:r>
              <a:rPr lang="en-US" sz="2400" dirty="0" err="1"/>
              <a:t>demtohen</a:t>
            </a:r>
            <a:r>
              <a:rPr lang="en-US" sz="2400" dirty="0"/>
              <a:t> </a:t>
            </a:r>
            <a:r>
              <a:rPr lang="en-US" sz="2400" dirty="0" err="1"/>
              <a:t>pjeset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Ndiq</a:t>
            </a:r>
            <a:r>
              <a:rPr lang="en-US" sz="2400" dirty="0"/>
              <a:t> </a:t>
            </a:r>
            <a:r>
              <a:rPr lang="en-US" sz="2400" dirty="0" err="1"/>
              <a:t>udhezimet</a:t>
            </a:r>
            <a:r>
              <a:rPr lang="en-US" sz="2400" dirty="0"/>
              <a:t> e </a:t>
            </a:r>
            <a:r>
              <a:rPr lang="en-US" sz="2400" dirty="0" err="1"/>
              <a:t>prodhuesit</a:t>
            </a:r>
            <a:r>
              <a:rPr lang="en-US" sz="2400" dirty="0"/>
              <a:t> per </a:t>
            </a:r>
            <a:r>
              <a:rPr lang="en-US" sz="2400" dirty="0" err="1"/>
              <a:t>perputhshmerine</a:t>
            </a:r>
            <a:r>
              <a:rPr lang="en-US" sz="2400" dirty="0"/>
              <a:t> e </a:t>
            </a:r>
            <a:r>
              <a:rPr lang="en-US" sz="2400" dirty="0" err="1"/>
              <a:t>pjeseve</a:t>
            </a:r>
            <a:r>
              <a:rPr lang="en-US" sz="2400" dirty="0"/>
              <a:t>(</a:t>
            </a:r>
            <a:r>
              <a:rPr lang="en-US" sz="2400" dirty="0" err="1"/>
              <a:t>sidomos</a:t>
            </a:r>
            <a:r>
              <a:rPr lang="en-US" sz="2400" dirty="0"/>
              <a:t> RAM, CPU </a:t>
            </a:r>
            <a:r>
              <a:rPr lang="en-US" sz="2400" dirty="0" err="1"/>
              <a:t>dhe</a:t>
            </a:r>
            <a:r>
              <a:rPr lang="en-US" sz="2400" dirty="0"/>
              <a:t> Motherboard)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Pas </a:t>
            </a:r>
            <a:r>
              <a:rPr lang="en-US" sz="2400" dirty="0" err="1"/>
              <a:t>vendosjes</a:t>
            </a:r>
            <a:r>
              <a:rPr lang="en-US" sz="2400" dirty="0"/>
              <a:t> se </a:t>
            </a:r>
            <a:r>
              <a:rPr lang="en-US" sz="2400" dirty="0" err="1"/>
              <a:t>pjeses</a:t>
            </a:r>
            <a:r>
              <a:rPr lang="en-US" sz="2400" dirty="0"/>
              <a:t> se re, </a:t>
            </a:r>
            <a:r>
              <a:rPr lang="en-US" sz="2400" dirty="0" err="1"/>
              <a:t>mund</a:t>
            </a:r>
            <a:r>
              <a:rPr lang="en-US" sz="2400" dirty="0"/>
              <a:t> </a:t>
            </a:r>
            <a:r>
              <a:rPr lang="en-US" sz="2400" dirty="0" err="1"/>
              <a:t>te</a:t>
            </a:r>
            <a:r>
              <a:rPr lang="en-US" sz="2400" dirty="0"/>
              <a:t> </a:t>
            </a:r>
            <a:r>
              <a:rPr lang="en-US" sz="2400" dirty="0" err="1"/>
              <a:t>nevojiten</a:t>
            </a:r>
            <a:r>
              <a:rPr lang="en-US" sz="2400" dirty="0"/>
              <a:t> </a:t>
            </a:r>
            <a:r>
              <a:rPr lang="en-US" sz="2400" dirty="0" err="1"/>
              <a:t>edhe</a:t>
            </a:r>
            <a:r>
              <a:rPr lang="en-US" sz="2400" dirty="0"/>
              <a:t> </a:t>
            </a:r>
            <a:r>
              <a:rPr lang="en-US" sz="2400" dirty="0" err="1"/>
              <a:t>perditesime</a:t>
            </a:r>
            <a:r>
              <a:rPr lang="en-US" sz="2400" dirty="0"/>
              <a:t> </a:t>
            </a:r>
            <a:r>
              <a:rPr lang="en-US" sz="2400" dirty="0" err="1"/>
              <a:t>te</a:t>
            </a:r>
            <a:r>
              <a:rPr lang="en-US" sz="2400" dirty="0"/>
              <a:t> </a:t>
            </a:r>
            <a:r>
              <a:rPr lang="en-US" sz="2400" dirty="0" err="1"/>
              <a:t>drajverave</a:t>
            </a:r>
            <a:r>
              <a:rPr lang="en-US" sz="2400" dirty="0"/>
              <a:t> </a:t>
            </a:r>
            <a:r>
              <a:rPr lang="en-US" sz="2400" dirty="0" err="1"/>
              <a:t>ose</a:t>
            </a:r>
            <a:r>
              <a:rPr lang="en-US" sz="2400" dirty="0"/>
              <a:t> BIOS-it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026" name="Picture 2" descr="98+ Thousand Computer Warning Symbol Royalty-Free Images, Stock Photos &amp;  Pictures | Shutterstock">
            <a:extLst>
              <a:ext uri="{FF2B5EF4-FFF2-40B4-BE49-F238E27FC236}">
                <a16:creationId xmlns:a16="http://schemas.microsoft.com/office/drawing/2014/main" id="{4252FA99-F3D4-3231-64CC-35DC29F9A0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92"/>
          <a:stretch>
            <a:fillRect/>
          </a:stretch>
        </p:blipFill>
        <p:spPr bwMode="auto">
          <a:xfrm>
            <a:off x="8020812" y="2122753"/>
            <a:ext cx="3957828" cy="3153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8453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2A3E6D-EC4D-8EB9-ED67-769C4EA23A69}"/>
              </a:ext>
            </a:extLst>
          </p:cNvPr>
          <p:cNvSpPr txBox="1"/>
          <p:nvPr/>
        </p:nvSpPr>
        <p:spPr>
          <a:xfrm>
            <a:off x="2886456" y="173736"/>
            <a:ext cx="64190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4. PERFITIMET E ZEVENDESIMIT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CDE553-71B7-A395-ABE1-321A7DAF752B}"/>
              </a:ext>
            </a:extLst>
          </p:cNvPr>
          <p:cNvSpPr txBox="1"/>
          <p:nvPr/>
        </p:nvSpPr>
        <p:spPr>
          <a:xfrm>
            <a:off x="1325880" y="2013228"/>
            <a:ext cx="8631936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err="1"/>
              <a:t>Jetegjatesia</a:t>
            </a:r>
            <a:r>
              <a:rPr lang="en-US" sz="3200" dirty="0"/>
              <a:t> me e </a:t>
            </a:r>
            <a:r>
              <a:rPr lang="en-US" sz="3200" dirty="0" err="1"/>
              <a:t>madhe</a:t>
            </a:r>
            <a:r>
              <a:rPr lang="en-US" sz="3200" dirty="0"/>
              <a:t> e </a:t>
            </a:r>
            <a:r>
              <a:rPr lang="en-US" sz="3200" dirty="0" err="1"/>
              <a:t>kompjuterit</a:t>
            </a: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err="1"/>
              <a:t>Permirsim</a:t>
            </a:r>
            <a:r>
              <a:rPr lang="en-US" sz="3200" dirty="0"/>
              <a:t> I </a:t>
            </a:r>
            <a:r>
              <a:rPr lang="en-US" sz="3200" dirty="0" err="1"/>
              <a:t>dukshem</a:t>
            </a:r>
            <a:r>
              <a:rPr lang="en-US" sz="3200" dirty="0"/>
              <a:t> </a:t>
            </a:r>
            <a:r>
              <a:rPr lang="en-US" sz="3200" dirty="0" err="1"/>
              <a:t>nje</a:t>
            </a:r>
            <a:r>
              <a:rPr lang="en-US" sz="3200" dirty="0"/>
              <a:t> </a:t>
            </a:r>
            <a:r>
              <a:rPr lang="en-US" sz="3200" dirty="0" err="1"/>
              <a:t>shpejtesi</a:t>
            </a:r>
            <a:r>
              <a:rPr lang="en-US" sz="3200" dirty="0"/>
              <a:t> </a:t>
            </a:r>
            <a:r>
              <a:rPr lang="en-US" sz="3200" dirty="0" err="1"/>
              <a:t>dhe</a:t>
            </a:r>
            <a:r>
              <a:rPr lang="en-US" sz="3200" dirty="0"/>
              <a:t> </a:t>
            </a:r>
            <a:r>
              <a:rPr lang="en-US" sz="3200" dirty="0" err="1"/>
              <a:t>efikasitet</a:t>
            </a: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err="1"/>
              <a:t>Kursim</a:t>
            </a:r>
            <a:r>
              <a:rPr lang="en-US" sz="3200" dirty="0"/>
              <a:t> </a:t>
            </a:r>
            <a:r>
              <a:rPr lang="en-US" sz="3200" dirty="0" err="1"/>
              <a:t>krahasuar</a:t>
            </a:r>
            <a:r>
              <a:rPr lang="en-US" sz="3200" dirty="0"/>
              <a:t> me </a:t>
            </a:r>
            <a:r>
              <a:rPr lang="en-US" sz="3200" dirty="0" err="1"/>
              <a:t>blerjen</a:t>
            </a:r>
            <a:r>
              <a:rPr lang="en-US" sz="3200" dirty="0"/>
              <a:t> e </a:t>
            </a:r>
            <a:r>
              <a:rPr lang="en-US" sz="3200" dirty="0" err="1"/>
              <a:t>nje</a:t>
            </a:r>
            <a:r>
              <a:rPr lang="en-US" sz="3200" dirty="0"/>
              <a:t> </a:t>
            </a:r>
            <a:r>
              <a:rPr lang="en-US" sz="3200" dirty="0" err="1"/>
              <a:t>kompjuteri</a:t>
            </a:r>
            <a:r>
              <a:rPr lang="en-US" sz="3200" dirty="0"/>
              <a:t> </a:t>
            </a:r>
            <a:r>
              <a:rPr lang="en-US" sz="3200" dirty="0" err="1"/>
              <a:t>te</a:t>
            </a:r>
            <a:r>
              <a:rPr lang="en-US" sz="3200" dirty="0"/>
              <a:t> </a:t>
            </a:r>
            <a:r>
              <a:rPr lang="en-US" sz="3200" dirty="0" err="1"/>
              <a:t>ri</a:t>
            </a: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2735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81</TotalTime>
  <Words>308</Words>
  <Application>Microsoft Office PowerPoint</Application>
  <PresentationFormat>Widescreen</PresentationFormat>
  <Paragraphs>44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Tw Cen MT</vt:lpstr>
      <vt:lpstr>Circuit</vt:lpstr>
      <vt:lpstr>Zevendesimi I pjeseve te kompjuterit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muhamet kastrati</dc:creator>
  <cp:lastModifiedBy>muhamet kastrati</cp:lastModifiedBy>
  <cp:revision>2</cp:revision>
  <dcterms:created xsi:type="dcterms:W3CDTF">2025-09-10T07:23:45Z</dcterms:created>
  <dcterms:modified xsi:type="dcterms:W3CDTF">2025-09-16T09:48:53Z</dcterms:modified>
</cp:coreProperties>
</file>