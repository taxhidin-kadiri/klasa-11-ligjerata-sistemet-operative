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FF99FF"/>
    <a:srgbClr val="FFCCFF"/>
    <a:srgbClr val="FFCCCC"/>
    <a:srgbClr val="FF6600"/>
    <a:srgbClr val="FF9999"/>
    <a:srgbClr val="FFCC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A7AD-8108-7E18-63D4-C92A545C2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6319A-8873-02FB-48B8-C794922DD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667D6-4658-A2F7-D6B4-81A4B8E5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D5022-3516-BD4A-CFF4-D22212C4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26394-7FBF-5D1C-AD6E-CB29986D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6B2AC-B52A-FD3A-6A59-E1F8AB315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CD478-A3CC-A7ED-225C-FD9C6121A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C840F-B5B7-8E61-17D8-D054788C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98397-776D-4BC3-B4C3-C7CCC1BDA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9C3E3-D84F-87CB-BDD6-E7C3D424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435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B7B9-26B4-6B29-22AC-DE9CC26D0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C3840-9B84-5075-E844-E62376C2B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EE196-CD64-CBE0-D442-359850FCD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2A5C8-675B-9BFB-8342-67744805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57B81-B41E-76DB-283F-90BA365C5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56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5BDB-B443-984F-0D96-CC71E664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4F4AB-D3C0-D629-5D1F-A48CF7CC2B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144B4-82DD-76D5-45F1-C1CFB47A9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B5F84-EF76-5FBD-B3BF-E5E858DA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F3A78-24C7-67FC-A56A-12331CA2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0DAE4-7B3F-D8C7-8F2D-C801094C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15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A5350-300A-4D54-1CB2-7B9D7B544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491DB-63F1-D543-592A-2E35FC826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4A69A8-B19A-C188-A465-3C28743A19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0B2D08-9FFF-D4DF-8321-58D0FEB4C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B1E37-3A38-FA14-46AE-F8B039D13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AB83A-7410-68E0-D319-6C702DDF7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D5A22-C327-B2B0-D6EC-F48A7040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0E516B-22DD-80F5-CBE7-BFFEE4B2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87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CFD49-7433-F133-9BC8-9409D5DD6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F89583-EF36-CF0F-A555-5A64C6E68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90FD16-DB3F-E428-44BC-3A5176A46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B0211-AAE6-0761-7975-8AADACDA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18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C5199-73CF-4957-DDB2-81B69F42F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C206B-32BE-B270-2C54-6923E3BE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C98AE-7D7A-F2CB-F5B7-EF50CA592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66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EBA1C-EFD3-E310-C6BF-49FCC86D1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12D9A-AAA2-EA12-A780-973D27981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CBB9C5-9ABB-1927-E615-38ED60DED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4B947-320E-720C-47B9-4AB1D6BB9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0CB83-8AEC-1FEA-4B47-BCC76FEC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4CDD8-1355-75B8-6688-F7DDB676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262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707B8-4DE9-AEB0-FAE8-C884E664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B5447-F925-D34F-D3DD-CD5B3DAF7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01D2C-8B48-D55C-9792-5C7814E53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AD643-B1ED-5035-7ED9-8D7DD86FE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95ECD-068A-FB28-52EA-2DFE87AFD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12982-DD75-42D0-2FE4-DC020DD9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35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CE0D3-7DE8-D717-5E57-931F4D70D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14ABF-69A5-F663-D0E9-84096B86D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6497-0511-0F86-3588-2E84540EC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CA27D-0ED3-3A89-A114-BAA519EE0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CB99B-12BE-DAF7-8943-B06162AD8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6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F5136F-9634-4A50-F83C-D7C35B025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F90AC-B2F1-6883-AFF6-7860504AE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5F1F1-F08A-EF13-5139-DD57ACAC8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A464A-FD00-6BCE-4318-5EF50C14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2BFB2-98FD-81E1-D93E-D4EAC736E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4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D4B9D3-4A19-7F0E-0869-BD215DB57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C02EF-20C3-CD4D-12F2-7A464522A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52297-ABA8-D838-348D-4EF10ECDD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FBF67-7DF6-4938-8929-B2519FED3832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AB7A-2DFA-6861-3B20-0FFED3346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F78F-813F-2186-1C20-B54E5B3F5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79BF7-AFA0-4A2E-875E-0A2F496AE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0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12C3818-3338-ABFB-847E-9F70F8D26B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DCD55850-93B2-2C3D-27F5-C1FC834519FA}"/>
              </a:ext>
            </a:extLst>
          </p:cNvPr>
          <p:cNvSpPr/>
          <p:nvPr/>
        </p:nvSpPr>
        <p:spPr>
          <a:xfrm>
            <a:off x="0" y="-81886"/>
            <a:ext cx="12192000" cy="7035422"/>
          </a:xfrm>
          <a:prstGeom prst="fram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71D06-DBC5-4B1C-E77B-3F19862D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88" y="810577"/>
            <a:ext cx="10547839" cy="51963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15AF99-52C0-9EF0-BF0B-D706AD3F2E4E}"/>
              </a:ext>
            </a:extLst>
          </p:cNvPr>
          <p:cNvSpPr txBox="1"/>
          <p:nvPr/>
        </p:nvSpPr>
        <p:spPr>
          <a:xfrm>
            <a:off x="957223" y="164246"/>
            <a:ext cx="10547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3600" b="1" dirty="0">
                <a:latin typeface="Bell MT" panose="02020503060305020303" pitchFamily="18" charset="0"/>
              </a:rPr>
              <a:t>ZËVENDËSIMI I PJESËVE TË KOMPJUTERIT</a:t>
            </a:r>
            <a:endParaRPr lang="en-US" sz="3600" b="1" dirty="0">
              <a:latin typeface="Bell MT" panose="0202050306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CA88C0-8A51-A4BA-70F8-4A7EB77450D3}"/>
              </a:ext>
            </a:extLst>
          </p:cNvPr>
          <p:cNvSpPr txBox="1"/>
          <p:nvPr/>
        </p:nvSpPr>
        <p:spPr>
          <a:xfrm>
            <a:off x="0" y="5894152"/>
            <a:ext cx="2893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dirty="0"/>
              <a:t>Punoi:</a:t>
            </a:r>
          </a:p>
          <a:p>
            <a:r>
              <a:rPr lang="sq-AL" dirty="0"/>
              <a:t>Fiqirije Kabashi</a:t>
            </a:r>
          </a:p>
          <a:p>
            <a:r>
              <a:rPr lang="sq-AL" dirty="0"/>
              <a:t>Anin Kryeziu        Klasa:XI/5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70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0AB5CD-C617-9DF2-A3A7-6330E2733C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C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4ACF95-D24B-328A-1CA6-4BD802A302B5}"/>
              </a:ext>
            </a:extLst>
          </p:cNvPr>
          <p:cNvSpPr txBox="1"/>
          <p:nvPr/>
        </p:nvSpPr>
        <p:spPr>
          <a:xfrm>
            <a:off x="1872018" y="227237"/>
            <a:ext cx="84479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3000" b="1" dirty="0"/>
              <a:t>Qfarë është zavendësimi i pjesëve të kompjuterit?</a:t>
            </a:r>
            <a:endParaRPr lang="en-US" sz="3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B26DC-39C7-69BA-8669-CC9A48CE21EB}"/>
              </a:ext>
            </a:extLst>
          </p:cNvPr>
          <p:cNvSpPr txBox="1"/>
          <p:nvPr/>
        </p:nvSpPr>
        <p:spPr>
          <a:xfrm>
            <a:off x="446965" y="1597071"/>
            <a:ext cx="1129807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600" b="1" i="1" dirty="0">
                <a:solidFill>
                  <a:schemeClr val="bg1"/>
                </a:solidFill>
              </a:rPr>
              <a:t>Zëvendësimi i pjesëve të kompjuterit është procesi teknik dhe funksional në të cilin një komponent (pjesë fizike) e kompjuterit hiqet dhe zëvendësohet me një pjesë tjetër të rë ose të përmirsuar. Kjo pjesë e re mund të jetë e njejtë me origjinalen (për riparim) ose më e avancuar ( për përforcim të performancës).</a:t>
            </a:r>
            <a:endParaRPr lang="en-US" sz="2600" b="1" i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1C792-7C19-1B15-0470-0CDCC991F1F4}"/>
              </a:ext>
            </a:extLst>
          </p:cNvPr>
          <p:cNvSpPr txBox="1"/>
          <p:nvPr/>
        </p:nvSpPr>
        <p:spPr>
          <a:xfrm>
            <a:off x="6550925" y="3196540"/>
            <a:ext cx="56410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600" b="1" i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A5C24C-100E-16A8-DA2B-A6956E47A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588" y="3368743"/>
            <a:ext cx="5945874" cy="311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6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3C5A46-1B0E-5A58-E94F-30F2B9F0C2E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C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9EB68-E19E-3562-3362-1B204CEE0B73}"/>
              </a:ext>
            </a:extLst>
          </p:cNvPr>
          <p:cNvSpPr txBox="1"/>
          <p:nvPr/>
        </p:nvSpPr>
        <p:spPr>
          <a:xfrm>
            <a:off x="109183" y="126242"/>
            <a:ext cx="12487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Arial Black" panose="020B0A04020102020204" pitchFamily="34" charset="0"/>
              </a:rPr>
              <a:t>Qfar duhet te kemparasysh para se të bëjmë zavendësimin e një pjese?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FD8C5-D8E1-CFE6-8EFB-8C5A8043B935}"/>
              </a:ext>
            </a:extLst>
          </p:cNvPr>
          <p:cNvSpPr txBox="1"/>
          <p:nvPr/>
        </p:nvSpPr>
        <p:spPr>
          <a:xfrm>
            <a:off x="500419" y="996286"/>
            <a:ext cx="884374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600" b="1" i="1" dirty="0">
                <a:solidFill>
                  <a:schemeClr val="bg1"/>
                </a:solidFill>
              </a:rPr>
              <a:t>Para se të bëjmë zëvendësimin e një pjese të kompjuterit duhet të marrim disa gjëra parasysh që të shmangim dëmtimet ose shpenzimet e panevojshme, si për shembull:</a:t>
            </a:r>
            <a:endParaRPr lang="en-US" sz="2600" b="1" i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2A967-465B-FDE1-3E1F-FB65D46AE598}"/>
              </a:ext>
            </a:extLst>
          </p:cNvPr>
          <p:cNvSpPr txBox="1"/>
          <p:nvPr/>
        </p:nvSpPr>
        <p:spPr>
          <a:xfrm>
            <a:off x="500419" y="2288948"/>
            <a:ext cx="579347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sq-AL" sz="2600" b="1" i="1" dirty="0">
                <a:solidFill>
                  <a:schemeClr val="bg1"/>
                </a:solidFill>
              </a:rPr>
              <a:t>Përputhshmëria e pjesës së re me kompjuterin,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sq-AL" sz="2600" b="1" i="1" dirty="0">
                <a:solidFill>
                  <a:schemeClr val="bg1"/>
                </a:solidFill>
              </a:rPr>
              <a:t>Njohuritë teknike dhe aftësitë,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sq-AL" sz="2600" b="1" i="1" dirty="0">
                <a:solidFill>
                  <a:schemeClr val="bg1"/>
                </a:solidFill>
              </a:rPr>
              <a:t>Siguria personale dhe e paisjeve,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sq-AL" sz="2600" b="1" i="1" dirty="0">
                <a:solidFill>
                  <a:schemeClr val="bg1"/>
                </a:solidFill>
              </a:rPr>
              <a:t>Kontrollimi i garancis,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sq-AL" sz="2600" b="1" i="1" dirty="0">
                <a:solidFill>
                  <a:schemeClr val="bg1"/>
                </a:solidFill>
              </a:rPr>
              <a:t>Rezervimi i të dhënave,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sq-AL" sz="2600" b="1" i="1" dirty="0">
                <a:solidFill>
                  <a:schemeClr val="bg1"/>
                </a:solidFill>
              </a:rPr>
              <a:t>Dokumentimi dhe udhëzimet teknike,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sq-AL" sz="2600" b="1" i="1" dirty="0">
                <a:solidFill>
                  <a:schemeClr val="bg1"/>
                </a:solidFill>
              </a:rPr>
              <a:t>Kostoja dhe përfitimi.</a:t>
            </a:r>
            <a:endParaRPr lang="en-US" sz="2600" b="1" i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64D9A-3F0D-15A4-31AF-D4364F82A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55" y="3077570"/>
            <a:ext cx="5543345" cy="378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21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374B84-5E37-3CAA-3698-203F65E35D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99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85430-EA60-584E-A84C-711C9115D039}"/>
              </a:ext>
            </a:extLst>
          </p:cNvPr>
          <p:cNvSpPr txBox="1"/>
          <p:nvPr/>
        </p:nvSpPr>
        <p:spPr>
          <a:xfrm>
            <a:off x="914399" y="116006"/>
            <a:ext cx="12037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Arial Black" panose="020B0A04020102020204" pitchFamily="34" charset="0"/>
              </a:rPr>
              <a:t>Cilat pjesë të kompjuterit zëvendësohen më shpesh dhe pse?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2F5E9-73B9-01CE-9BDF-15B3190D210C}"/>
              </a:ext>
            </a:extLst>
          </p:cNvPr>
          <p:cNvSpPr txBox="1"/>
          <p:nvPr/>
        </p:nvSpPr>
        <p:spPr>
          <a:xfrm>
            <a:off x="1091820" y="1501844"/>
            <a:ext cx="1024947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600" b="1" dirty="0">
                <a:solidFill>
                  <a:schemeClr val="bg1"/>
                </a:solidFill>
              </a:rPr>
              <a:t>Hard disku </a:t>
            </a:r>
            <a:r>
              <a:rPr lang="sq-AL" sz="2600" dirty="0">
                <a:solidFill>
                  <a:schemeClr val="bg1"/>
                </a:solidFill>
              </a:rPr>
              <a:t>/ për të rritur shpejtësin e sistemit,</a:t>
            </a:r>
          </a:p>
          <a:p>
            <a:r>
              <a:rPr lang="sq-AL" sz="2600" b="1" dirty="0">
                <a:solidFill>
                  <a:schemeClr val="bg1"/>
                </a:solidFill>
              </a:rPr>
              <a:t>RAM</a:t>
            </a:r>
            <a:r>
              <a:rPr lang="sq-AL" sz="2600" dirty="0">
                <a:solidFill>
                  <a:schemeClr val="bg1"/>
                </a:solidFill>
              </a:rPr>
              <a:t> / për të pasur më shumë Ram për më shumë detyra njëkohësisht ,</a:t>
            </a:r>
          </a:p>
          <a:p>
            <a:r>
              <a:rPr lang="sq-AL" sz="2600" b="1" dirty="0">
                <a:solidFill>
                  <a:schemeClr val="bg1"/>
                </a:solidFill>
              </a:rPr>
              <a:t>Bateria</a:t>
            </a:r>
            <a:r>
              <a:rPr lang="sq-AL" sz="2600" dirty="0">
                <a:solidFill>
                  <a:schemeClr val="bg1"/>
                </a:solidFill>
              </a:rPr>
              <a:t> / pasi  ajo e humb kapacitetin me kalimin e kohës,</a:t>
            </a:r>
          </a:p>
          <a:p>
            <a:r>
              <a:rPr lang="sq-AL" sz="2600" b="1" dirty="0">
                <a:solidFill>
                  <a:schemeClr val="bg1"/>
                </a:solidFill>
              </a:rPr>
              <a:t>Fuqizuesi</a:t>
            </a:r>
            <a:r>
              <a:rPr lang="sq-AL" sz="2600" dirty="0">
                <a:solidFill>
                  <a:schemeClr val="bg1"/>
                </a:solidFill>
              </a:rPr>
              <a:t> (PSU) / kur (PSU) peishet kompjuteri nuk ndezet,</a:t>
            </a:r>
          </a:p>
          <a:p>
            <a:r>
              <a:rPr lang="sq-AL" sz="2600" b="1" dirty="0">
                <a:solidFill>
                  <a:schemeClr val="bg1"/>
                </a:solidFill>
              </a:rPr>
              <a:t>Kartela grafike </a:t>
            </a:r>
            <a:r>
              <a:rPr lang="sq-AL" sz="2600" dirty="0">
                <a:solidFill>
                  <a:schemeClr val="bg1"/>
                </a:solidFill>
              </a:rPr>
              <a:t>(GPU) / për të përmirsuar përformancën në lojra, grafik 3D, dizajn etj,</a:t>
            </a:r>
          </a:p>
          <a:p>
            <a:r>
              <a:rPr lang="sq-AL" sz="2600" b="1" dirty="0">
                <a:solidFill>
                  <a:schemeClr val="bg1"/>
                </a:solidFill>
              </a:rPr>
              <a:t>Tastiera ose maus </a:t>
            </a:r>
            <a:r>
              <a:rPr lang="sq-AL" sz="2600" dirty="0">
                <a:solidFill>
                  <a:schemeClr val="bg1"/>
                </a:solidFill>
              </a:rPr>
              <a:t>/ janë paisje që konsumohen shpejt me përdorim të përditshëm,</a:t>
            </a:r>
          </a:p>
          <a:p>
            <a:r>
              <a:rPr lang="sq-AL" sz="2600" b="1" dirty="0">
                <a:solidFill>
                  <a:schemeClr val="bg1"/>
                </a:solidFill>
              </a:rPr>
              <a:t>Ventilatorët ose ftohësit </a:t>
            </a:r>
            <a:r>
              <a:rPr lang="sq-AL" sz="2600" dirty="0">
                <a:solidFill>
                  <a:schemeClr val="bg1"/>
                </a:solidFill>
              </a:rPr>
              <a:t>/ kur bëhen zhurmues ose ndalojnë së punuari,</a:t>
            </a:r>
          </a:p>
          <a:p>
            <a:r>
              <a:rPr lang="sq-AL" sz="2600" b="1" dirty="0">
                <a:solidFill>
                  <a:schemeClr val="bg1"/>
                </a:solidFill>
              </a:rPr>
              <a:t>Ekrani</a:t>
            </a:r>
            <a:r>
              <a:rPr lang="sq-AL" sz="2600" dirty="0">
                <a:solidFill>
                  <a:schemeClr val="bg1"/>
                </a:solidFill>
              </a:rPr>
              <a:t> / kur ekrani dëmtohet (thyerje, linja në ekran) etj.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445836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01AECD-9AA6-0869-F574-DB90FE0108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9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5C57EA-4FEA-2520-6268-046E00CA1636}"/>
              </a:ext>
            </a:extLst>
          </p:cNvPr>
          <p:cNvSpPr txBox="1"/>
          <p:nvPr/>
        </p:nvSpPr>
        <p:spPr>
          <a:xfrm>
            <a:off x="102358" y="150124"/>
            <a:ext cx="11987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400" dirty="0">
                <a:latin typeface="Arial Black" panose="020B0A04020102020204" pitchFamily="34" charset="0"/>
              </a:rPr>
              <a:t>Cilat janë arsyet se përse bëhet zëvendësimi i pjesëve të kompjuterit?</a:t>
            </a:r>
            <a:endParaRPr lang="en-US" sz="24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1CE8C-FA72-301E-BD9B-7C1F306C49C8}"/>
              </a:ext>
            </a:extLst>
          </p:cNvPr>
          <p:cNvSpPr txBox="1"/>
          <p:nvPr/>
        </p:nvSpPr>
        <p:spPr>
          <a:xfrm>
            <a:off x="1280615" y="873694"/>
            <a:ext cx="1080902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2200" b="1" dirty="0">
                <a:solidFill>
                  <a:schemeClr val="bg1"/>
                </a:solidFill>
              </a:rPr>
              <a:t>Qëllimi/arsyeja:                                                                          Përshkrimi: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B5B52E-5DEC-D909-81CA-807180E046F4}"/>
              </a:ext>
            </a:extLst>
          </p:cNvPr>
          <p:cNvSpPr txBox="1"/>
          <p:nvPr/>
        </p:nvSpPr>
        <p:spPr>
          <a:xfrm>
            <a:off x="1280615" y="1957632"/>
            <a:ext cx="1101146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dirty="0">
                <a:solidFill>
                  <a:schemeClr val="bg1"/>
                </a:solidFill>
              </a:rPr>
              <a:t>Përmirësimi i performancës                                                      Rritje e shpejtësis dhe efikasitetit</a:t>
            </a:r>
          </a:p>
          <a:p>
            <a:endParaRPr lang="sq-AL" dirty="0">
              <a:solidFill>
                <a:schemeClr val="bg1"/>
              </a:solidFill>
            </a:endParaRPr>
          </a:p>
          <a:p>
            <a:r>
              <a:rPr lang="sq-AL" dirty="0">
                <a:solidFill>
                  <a:schemeClr val="bg1"/>
                </a:solidFill>
              </a:rPr>
              <a:t>Riparimi i defekteve                                                                   Zëvendësimi i pjesëve të dëmtuara</a:t>
            </a:r>
          </a:p>
          <a:p>
            <a:endParaRPr lang="sq-AL" dirty="0">
              <a:solidFill>
                <a:schemeClr val="bg1"/>
              </a:solidFill>
            </a:endParaRPr>
          </a:p>
          <a:p>
            <a:r>
              <a:rPr lang="sq-AL" dirty="0">
                <a:solidFill>
                  <a:schemeClr val="bg1"/>
                </a:solidFill>
              </a:rPr>
              <a:t>Zgjerimi i kapacitetit                                                                  Më shumë memorie, hapsirë apo fuqi</a:t>
            </a:r>
          </a:p>
          <a:p>
            <a:endParaRPr lang="sq-AL" dirty="0">
              <a:solidFill>
                <a:schemeClr val="bg1"/>
              </a:solidFill>
            </a:endParaRPr>
          </a:p>
          <a:p>
            <a:r>
              <a:rPr lang="sq-AL" dirty="0">
                <a:solidFill>
                  <a:schemeClr val="bg1"/>
                </a:solidFill>
              </a:rPr>
              <a:t>Përshtatje për pordorim specifik                                             Për lojra, dizajne, programim etj</a:t>
            </a:r>
          </a:p>
          <a:p>
            <a:endParaRPr lang="sq-AL" dirty="0">
              <a:solidFill>
                <a:schemeClr val="bg1"/>
              </a:solidFill>
            </a:endParaRPr>
          </a:p>
          <a:p>
            <a:r>
              <a:rPr lang="sq-AL" dirty="0">
                <a:solidFill>
                  <a:schemeClr val="bg1"/>
                </a:solidFill>
              </a:rPr>
              <a:t>Përputhje me teknologjin e re                                                 Pajtueshmëri me softuerë dhe paisje të reja</a:t>
            </a:r>
          </a:p>
          <a:p>
            <a:endParaRPr lang="sq-AL" dirty="0">
              <a:solidFill>
                <a:schemeClr val="bg1"/>
              </a:solidFill>
            </a:endParaRPr>
          </a:p>
          <a:p>
            <a:r>
              <a:rPr lang="sq-AL" dirty="0">
                <a:solidFill>
                  <a:schemeClr val="bg1"/>
                </a:solidFill>
              </a:rPr>
              <a:t>Kursim financiar                                                                         Më lirë se sa të blesh një kompjuter të ri</a:t>
            </a:r>
          </a:p>
          <a:p>
            <a:endParaRPr lang="sq-AL" dirty="0">
              <a:solidFill>
                <a:schemeClr val="bg1"/>
              </a:solidFill>
            </a:endParaRPr>
          </a:p>
          <a:p>
            <a:r>
              <a:rPr lang="sq-AL" dirty="0">
                <a:solidFill>
                  <a:schemeClr val="bg1"/>
                </a:solidFill>
              </a:rPr>
              <a:t>Rritje e besueshmëris dhe sigu                                               Pjesët e reja janë më të qëndrueshme dhe më të sigurta</a:t>
            </a:r>
          </a:p>
          <a:p>
            <a:endParaRPr lang="sq-A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087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>
            <a:extLst>
              <a:ext uri="{FF2B5EF4-FFF2-40B4-BE49-F238E27FC236}">
                <a16:creationId xmlns:a16="http://schemas.microsoft.com/office/drawing/2014/main" id="{20930F1E-E1D4-B93F-F501-30F6A57DED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/>
          </a:prstGeom>
          <a:solidFill>
            <a:srgbClr val="6699FF"/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4C137-120D-4226-E7F3-11C46E10C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865" y="863221"/>
            <a:ext cx="10536072" cy="5131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94FFC4-6AF5-FA39-542A-EA0B42DD9BC9}"/>
              </a:ext>
            </a:extLst>
          </p:cNvPr>
          <p:cNvSpPr txBox="1"/>
          <p:nvPr/>
        </p:nvSpPr>
        <p:spPr>
          <a:xfrm>
            <a:off x="4148919" y="155335"/>
            <a:ext cx="33709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4000" b="1" dirty="0"/>
              <a:t>Faleminderit!</a:t>
            </a:r>
            <a:endParaRPr 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329AE2-FBA9-D9F3-5843-198F52694EC2}"/>
              </a:ext>
            </a:extLst>
          </p:cNvPr>
          <p:cNvSpPr txBox="1"/>
          <p:nvPr/>
        </p:nvSpPr>
        <p:spPr>
          <a:xfrm>
            <a:off x="4135271" y="5933224"/>
            <a:ext cx="39032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q-AL" sz="4400" b="1" dirty="0"/>
              <a:t>Për vemendje!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58532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Black</vt:lpstr>
      <vt:lpstr>Bell MT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2025-09-10T16:31:29Z</dcterms:created>
  <dcterms:modified xsi:type="dcterms:W3CDTF">2025-09-10T19:52:38Z</dcterms:modified>
</cp:coreProperties>
</file>